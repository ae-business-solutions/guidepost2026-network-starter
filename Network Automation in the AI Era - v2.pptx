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22"/>
  </p:notesMasterIdLst>
  <p:sldIdLst>
    <p:sldId id="273" r:id="rId3"/>
    <p:sldId id="257" r:id="rId4"/>
    <p:sldId id="274" r:id="rId5"/>
    <p:sldId id="258" r:id="rId6"/>
    <p:sldId id="259" r:id="rId7"/>
    <p:sldId id="260" r:id="rId8"/>
    <p:sldId id="276"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47"/>
    <p:restoredTop sz="94610"/>
  </p:normalViewPr>
  <p:slideViewPr>
    <p:cSldViewPr snapToGrid="0" snapToObjects="1">
      <p:cViewPr varScale="1">
        <p:scale>
          <a:sx n="145" d="100"/>
          <a:sy n="145" d="100"/>
        </p:scale>
        <p:origin x="2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 Placek" userId="f3f3237b-c04b-4562-a983-7f75602202b4" providerId="ADAL" clId="{06D252B5-0D77-5B2B-B50F-1F2074439A02}"/>
    <pc:docChg chg="custSel addSld delSld modSld">
      <pc:chgData name="Dan Placek" userId="f3f3237b-c04b-4562-a983-7f75602202b4" providerId="ADAL" clId="{06D252B5-0D77-5B2B-B50F-1F2074439A02}" dt="2026-10-14T17:56:13.877" v="749" actId="1035"/>
      <pc:docMkLst>
        <pc:docMk/>
      </pc:docMkLst>
      <pc:sldChg chg="addSp modSp mod">
        <pc:chgData name="Dan Placek" userId="f3f3237b-c04b-4562-a983-7f75602202b4" providerId="ADAL" clId="{06D252B5-0D77-5B2B-B50F-1F2074439A02}" dt="2026-10-14T17:50:34.747" v="518" actId="14100"/>
        <pc:sldMkLst>
          <pc:docMk/>
          <pc:sldMk cId="0" sldId="257"/>
        </pc:sldMkLst>
        <pc:spChg chg="mod">
          <ac:chgData name="Dan Placek" userId="f3f3237b-c04b-4562-a983-7f75602202b4" providerId="ADAL" clId="{06D252B5-0D77-5B2B-B50F-1F2074439A02}" dt="2026-10-14T15:04:43.598" v="501" actId="20577"/>
          <ac:spMkLst>
            <pc:docMk/>
            <pc:sldMk cId="0" sldId="257"/>
            <ac:spMk id="2" creationId="{00000000-0000-0000-0000-000000000000}"/>
          </ac:spMkLst>
        </pc:spChg>
        <pc:spChg chg="add mod">
          <ac:chgData name="Dan Placek" userId="f3f3237b-c04b-4562-a983-7f75602202b4" providerId="ADAL" clId="{06D252B5-0D77-5B2B-B50F-1F2074439A02}" dt="2026-10-14T17:50:34.747" v="518" actId="14100"/>
          <ac:spMkLst>
            <pc:docMk/>
            <pc:sldMk cId="0" sldId="257"/>
            <ac:spMk id="10" creationId="{918F9ADE-07BD-1246-D5EB-DB40984D7DAB}"/>
          </ac:spMkLst>
        </pc:spChg>
        <pc:spChg chg="mod">
          <ac:chgData name="Dan Placek" userId="f3f3237b-c04b-4562-a983-7f75602202b4" providerId="ADAL" clId="{06D252B5-0D77-5B2B-B50F-1F2074439A02}" dt="2026-10-14T17:50:29.448" v="516" actId="14100"/>
          <ac:spMkLst>
            <pc:docMk/>
            <pc:sldMk cId="0" sldId="257"/>
            <ac:spMk id="29" creationId="{00000000-0000-0000-0000-000000000000}"/>
          </ac:spMkLst>
        </pc:spChg>
      </pc:sldChg>
      <pc:sldChg chg="modSp mod">
        <pc:chgData name="Dan Placek" userId="f3f3237b-c04b-4562-a983-7f75602202b4" providerId="ADAL" clId="{06D252B5-0D77-5B2B-B50F-1F2074439A02}" dt="2026-10-14T15:04:00.754" v="404" actId="20577"/>
        <pc:sldMkLst>
          <pc:docMk/>
          <pc:sldMk cId="0" sldId="260"/>
        </pc:sldMkLst>
        <pc:spChg chg="mod">
          <ac:chgData name="Dan Placek" userId="f3f3237b-c04b-4562-a983-7f75602202b4" providerId="ADAL" clId="{06D252B5-0D77-5B2B-B50F-1F2074439A02}" dt="2026-10-14T15:04:00.754" v="404" actId="20577"/>
          <ac:spMkLst>
            <pc:docMk/>
            <pc:sldMk cId="0" sldId="260"/>
            <ac:spMk id="4" creationId="{00000000-0000-0000-0000-000000000000}"/>
          </ac:spMkLst>
        </pc:spChg>
        <pc:spChg chg="mod">
          <ac:chgData name="Dan Placek" userId="f3f3237b-c04b-4562-a983-7f75602202b4" providerId="ADAL" clId="{06D252B5-0D77-5B2B-B50F-1F2074439A02}" dt="2026-10-14T15:03:50.229" v="400" actId="313"/>
          <ac:spMkLst>
            <pc:docMk/>
            <pc:sldMk cId="0" sldId="260"/>
            <ac:spMk id="6" creationId="{00000000-0000-0000-0000-000000000000}"/>
          </ac:spMkLst>
        </pc:spChg>
      </pc:sldChg>
      <pc:sldChg chg="addSp modSp mod">
        <pc:chgData name="Dan Placek" userId="f3f3237b-c04b-4562-a983-7f75602202b4" providerId="ADAL" clId="{06D252B5-0D77-5B2B-B50F-1F2074439A02}" dt="2026-10-14T15:02:46.668" v="367" actId="1076"/>
        <pc:sldMkLst>
          <pc:docMk/>
          <pc:sldMk cId="0" sldId="262"/>
        </pc:sldMkLst>
        <pc:spChg chg="add mod">
          <ac:chgData name="Dan Placek" userId="f3f3237b-c04b-4562-a983-7f75602202b4" providerId="ADAL" clId="{06D252B5-0D77-5B2B-B50F-1F2074439A02}" dt="2026-10-14T15:02:46.668" v="367" actId="1076"/>
          <ac:spMkLst>
            <pc:docMk/>
            <pc:sldMk cId="0" sldId="262"/>
            <ac:spMk id="2" creationId="{40563C72-89D9-48B7-C7B1-1FFCC62F4BDC}"/>
          </ac:spMkLst>
        </pc:spChg>
      </pc:sldChg>
      <pc:sldChg chg="addSp modSp">
        <pc:chgData name="Dan Placek" userId="f3f3237b-c04b-4562-a983-7f75602202b4" providerId="ADAL" clId="{06D252B5-0D77-5B2B-B50F-1F2074439A02}" dt="2026-10-14T15:02:49.847" v="368"/>
        <pc:sldMkLst>
          <pc:docMk/>
          <pc:sldMk cId="0" sldId="263"/>
        </pc:sldMkLst>
        <pc:spChg chg="add mod">
          <ac:chgData name="Dan Placek" userId="f3f3237b-c04b-4562-a983-7f75602202b4" providerId="ADAL" clId="{06D252B5-0D77-5B2B-B50F-1F2074439A02}" dt="2026-10-14T15:02:49.847" v="368"/>
          <ac:spMkLst>
            <pc:docMk/>
            <pc:sldMk cId="0" sldId="263"/>
            <ac:spMk id="2" creationId="{A6CFE2CF-78B1-42C3-2203-6F685D0D4FDC}"/>
          </ac:spMkLst>
        </pc:spChg>
      </pc:sldChg>
      <pc:sldChg chg="addSp modSp mod">
        <pc:chgData name="Dan Placek" userId="f3f3237b-c04b-4562-a983-7f75602202b4" providerId="ADAL" clId="{06D252B5-0D77-5B2B-B50F-1F2074439A02}" dt="2026-10-14T15:02:53.931" v="371" actId="20577"/>
        <pc:sldMkLst>
          <pc:docMk/>
          <pc:sldMk cId="0" sldId="264"/>
        </pc:sldMkLst>
        <pc:spChg chg="add mod">
          <ac:chgData name="Dan Placek" userId="f3f3237b-c04b-4562-a983-7f75602202b4" providerId="ADAL" clId="{06D252B5-0D77-5B2B-B50F-1F2074439A02}" dt="2026-10-14T15:02:53.931" v="371" actId="20577"/>
          <ac:spMkLst>
            <pc:docMk/>
            <pc:sldMk cId="0" sldId="264"/>
            <ac:spMk id="2" creationId="{019CB388-7E56-6DF4-412C-9A51B74EA342}"/>
          </ac:spMkLst>
        </pc:spChg>
      </pc:sldChg>
      <pc:sldChg chg="addSp modSp mod">
        <pc:chgData name="Dan Placek" userId="f3f3237b-c04b-4562-a983-7f75602202b4" providerId="ADAL" clId="{06D252B5-0D77-5B2B-B50F-1F2074439A02}" dt="2026-10-14T15:03:05.980" v="376" actId="20577"/>
        <pc:sldMkLst>
          <pc:docMk/>
          <pc:sldMk cId="0" sldId="265"/>
        </pc:sldMkLst>
        <pc:spChg chg="add mod">
          <ac:chgData name="Dan Placek" userId="f3f3237b-c04b-4562-a983-7f75602202b4" providerId="ADAL" clId="{06D252B5-0D77-5B2B-B50F-1F2074439A02}" dt="2026-10-14T15:03:05.980" v="376" actId="20577"/>
          <ac:spMkLst>
            <pc:docMk/>
            <pc:sldMk cId="0" sldId="265"/>
            <ac:spMk id="2" creationId="{A9459CFA-5EC6-8D98-FA3F-C9EEFB89BAF7}"/>
          </ac:spMkLst>
        </pc:spChg>
      </pc:sldChg>
      <pc:sldChg chg="addSp modSp mod">
        <pc:chgData name="Dan Placek" userId="f3f3237b-c04b-4562-a983-7f75602202b4" providerId="ADAL" clId="{06D252B5-0D77-5B2B-B50F-1F2074439A02}" dt="2026-10-14T15:03:11.963" v="379" actId="20577"/>
        <pc:sldMkLst>
          <pc:docMk/>
          <pc:sldMk cId="0" sldId="266"/>
        </pc:sldMkLst>
        <pc:spChg chg="add mod">
          <ac:chgData name="Dan Placek" userId="f3f3237b-c04b-4562-a983-7f75602202b4" providerId="ADAL" clId="{06D252B5-0D77-5B2B-B50F-1F2074439A02}" dt="2026-10-14T15:03:11.963" v="379" actId="20577"/>
          <ac:spMkLst>
            <pc:docMk/>
            <pc:sldMk cId="0" sldId="266"/>
            <ac:spMk id="2" creationId="{CBFBC74B-B690-8D22-1178-557B559EA3CC}"/>
          </ac:spMkLst>
        </pc:spChg>
        <pc:spChg chg="mod">
          <ac:chgData name="Dan Placek" userId="f3f3237b-c04b-4562-a983-7f75602202b4" providerId="ADAL" clId="{06D252B5-0D77-5B2B-B50F-1F2074439A02}" dt="2026-10-14T14:54:22.063" v="12" actId="20577"/>
          <ac:spMkLst>
            <pc:docMk/>
            <pc:sldMk cId="0" sldId="266"/>
            <ac:spMk id="8" creationId="{00000000-0000-0000-0000-000000000000}"/>
          </ac:spMkLst>
        </pc:spChg>
      </pc:sldChg>
      <pc:sldChg chg="addSp delSp modSp mod">
        <pc:chgData name="Dan Placek" userId="f3f3237b-c04b-4562-a983-7f75602202b4" providerId="ADAL" clId="{06D252B5-0D77-5B2B-B50F-1F2074439A02}" dt="2026-10-14T14:57:36.775" v="182" actId="313"/>
        <pc:sldMkLst>
          <pc:docMk/>
          <pc:sldMk cId="0" sldId="267"/>
        </pc:sldMkLst>
        <pc:spChg chg="mod">
          <ac:chgData name="Dan Placek" userId="f3f3237b-c04b-4562-a983-7f75602202b4" providerId="ADAL" clId="{06D252B5-0D77-5B2B-B50F-1F2074439A02}" dt="2026-10-14T14:57:36.775" v="182" actId="313"/>
          <ac:spMkLst>
            <pc:docMk/>
            <pc:sldMk cId="0" sldId="267"/>
            <ac:spMk id="2" creationId="{00000000-0000-0000-0000-000000000000}"/>
          </ac:spMkLst>
        </pc:spChg>
        <pc:spChg chg="mod">
          <ac:chgData name="Dan Placek" userId="f3f3237b-c04b-4562-a983-7f75602202b4" providerId="ADAL" clId="{06D252B5-0D77-5B2B-B50F-1F2074439A02}" dt="2026-10-14T14:56:03.504" v="103" actId="20577"/>
          <ac:spMkLst>
            <pc:docMk/>
            <pc:sldMk cId="0" sldId="267"/>
            <ac:spMk id="5" creationId="{00000000-0000-0000-0000-000000000000}"/>
          </ac:spMkLst>
        </pc:spChg>
        <pc:spChg chg="mod">
          <ac:chgData name="Dan Placek" userId="f3f3237b-c04b-4562-a983-7f75602202b4" providerId="ADAL" clId="{06D252B5-0D77-5B2B-B50F-1F2074439A02}" dt="2026-10-14T14:56:04.772" v="104" actId="20577"/>
          <ac:spMkLst>
            <pc:docMk/>
            <pc:sldMk cId="0" sldId="267"/>
            <ac:spMk id="8" creationId="{00000000-0000-0000-0000-000000000000}"/>
          </ac:spMkLst>
        </pc:spChg>
        <pc:spChg chg="mod">
          <ac:chgData name="Dan Placek" userId="f3f3237b-c04b-4562-a983-7f75602202b4" providerId="ADAL" clId="{06D252B5-0D77-5B2B-B50F-1F2074439A02}" dt="2026-10-14T14:56:01.028" v="102" actId="20577"/>
          <ac:spMkLst>
            <pc:docMk/>
            <pc:sldMk cId="0" sldId="267"/>
            <ac:spMk id="11" creationId="{00000000-0000-0000-0000-000000000000}"/>
          </ac:spMkLst>
        </pc:spChg>
        <pc:spChg chg="mod">
          <ac:chgData name="Dan Placek" userId="f3f3237b-c04b-4562-a983-7f75602202b4" providerId="ADAL" clId="{06D252B5-0D77-5B2B-B50F-1F2074439A02}" dt="2026-10-14T14:57:22.272" v="178" actId="20577"/>
          <ac:spMkLst>
            <pc:docMk/>
            <pc:sldMk cId="0" sldId="267"/>
            <ac:spMk id="18" creationId="{00000000-0000-0000-0000-000000000000}"/>
          </ac:spMkLst>
        </pc:spChg>
        <pc:spChg chg="add del mod">
          <ac:chgData name="Dan Placek" userId="f3f3237b-c04b-4562-a983-7f75602202b4" providerId="ADAL" clId="{06D252B5-0D77-5B2B-B50F-1F2074439A02}" dt="2026-10-14T14:57:13.495" v="143" actId="478"/>
          <ac:spMkLst>
            <pc:docMk/>
            <pc:sldMk cId="0" sldId="267"/>
            <ac:spMk id="19" creationId="{4063476E-A76D-2826-F2A4-8FC971831147}"/>
          </ac:spMkLst>
        </pc:spChg>
      </pc:sldChg>
      <pc:sldChg chg="addSp delSp modSp mod">
        <pc:chgData name="Dan Placek" userId="f3f3237b-c04b-4562-a983-7f75602202b4" providerId="ADAL" clId="{06D252B5-0D77-5B2B-B50F-1F2074439A02}" dt="2026-10-14T15:03:19.330" v="382" actId="20577"/>
        <pc:sldMkLst>
          <pc:docMk/>
          <pc:sldMk cId="0" sldId="268"/>
        </pc:sldMkLst>
        <pc:spChg chg="add mod">
          <ac:chgData name="Dan Placek" userId="f3f3237b-c04b-4562-a983-7f75602202b4" providerId="ADAL" clId="{06D252B5-0D77-5B2B-B50F-1F2074439A02}" dt="2026-10-14T15:03:19.330" v="382" actId="20577"/>
          <ac:spMkLst>
            <pc:docMk/>
            <pc:sldMk cId="0" sldId="268"/>
            <ac:spMk id="2" creationId="{C5A3D6D5-69EA-A567-2E54-083724DDEA01}"/>
          </ac:spMkLst>
        </pc:spChg>
        <pc:spChg chg="mod">
          <ac:chgData name="Dan Placek" userId="f3f3237b-c04b-4562-a983-7f75602202b4" providerId="ADAL" clId="{06D252B5-0D77-5B2B-B50F-1F2074439A02}" dt="2026-10-14T14:58:07.612" v="194" actId="20577"/>
          <ac:spMkLst>
            <pc:docMk/>
            <pc:sldMk cId="0" sldId="268"/>
            <ac:spMk id="23" creationId="{00000000-0000-0000-0000-000000000000}"/>
          </ac:spMkLst>
        </pc:spChg>
        <pc:spChg chg="mod">
          <ac:chgData name="Dan Placek" userId="f3f3237b-c04b-4562-a983-7f75602202b4" providerId="ADAL" clId="{06D252B5-0D77-5B2B-B50F-1F2074439A02}" dt="2026-10-14T14:58:26.990" v="206" actId="20577"/>
          <ac:spMkLst>
            <pc:docMk/>
            <pc:sldMk cId="0" sldId="268"/>
            <ac:spMk id="26" creationId="{00000000-0000-0000-0000-000000000000}"/>
          </ac:spMkLst>
        </pc:spChg>
        <pc:spChg chg="mod">
          <ac:chgData name="Dan Placek" userId="f3f3237b-c04b-4562-a983-7f75602202b4" providerId="ADAL" clId="{06D252B5-0D77-5B2B-B50F-1F2074439A02}" dt="2026-10-14T14:58:38.623" v="216" actId="20577"/>
          <ac:spMkLst>
            <pc:docMk/>
            <pc:sldMk cId="0" sldId="268"/>
            <ac:spMk id="27" creationId="{00000000-0000-0000-0000-000000000000}"/>
          </ac:spMkLst>
        </pc:spChg>
        <pc:spChg chg="mod">
          <ac:chgData name="Dan Placek" userId="f3f3237b-c04b-4562-a983-7f75602202b4" providerId="ADAL" clId="{06D252B5-0D77-5B2B-B50F-1F2074439A02}" dt="2026-10-14T14:58:24.840" v="204" actId="20577"/>
          <ac:spMkLst>
            <pc:docMk/>
            <pc:sldMk cId="0" sldId="268"/>
            <ac:spMk id="28" creationId="{00000000-0000-0000-0000-000000000000}"/>
          </ac:spMkLst>
        </pc:spChg>
        <pc:spChg chg="mod">
          <ac:chgData name="Dan Placek" userId="f3f3237b-c04b-4562-a983-7f75602202b4" providerId="ADAL" clId="{06D252B5-0D77-5B2B-B50F-1F2074439A02}" dt="2026-10-14T14:58:36.796" v="214" actId="20577"/>
          <ac:spMkLst>
            <pc:docMk/>
            <pc:sldMk cId="0" sldId="268"/>
            <ac:spMk id="29" creationId="{00000000-0000-0000-0000-000000000000}"/>
          </ac:spMkLst>
        </pc:spChg>
        <pc:spChg chg="mod">
          <ac:chgData name="Dan Placek" userId="f3f3237b-c04b-4562-a983-7f75602202b4" providerId="ADAL" clId="{06D252B5-0D77-5B2B-B50F-1F2074439A02}" dt="2026-10-14T14:58:30.145" v="208" actId="20577"/>
          <ac:spMkLst>
            <pc:docMk/>
            <pc:sldMk cId="0" sldId="268"/>
            <ac:spMk id="30" creationId="{00000000-0000-0000-0000-000000000000}"/>
          </ac:spMkLst>
        </pc:spChg>
        <pc:spChg chg="mod">
          <ac:chgData name="Dan Placek" userId="f3f3237b-c04b-4562-a983-7f75602202b4" providerId="ADAL" clId="{06D252B5-0D77-5B2B-B50F-1F2074439A02}" dt="2026-10-14T14:58:35.137" v="212" actId="20577"/>
          <ac:spMkLst>
            <pc:docMk/>
            <pc:sldMk cId="0" sldId="268"/>
            <ac:spMk id="31" creationId="{00000000-0000-0000-0000-000000000000}"/>
          </ac:spMkLst>
        </pc:spChg>
        <pc:spChg chg="mod">
          <ac:chgData name="Dan Placek" userId="f3f3237b-c04b-4562-a983-7f75602202b4" providerId="ADAL" clId="{06D252B5-0D77-5B2B-B50F-1F2074439A02}" dt="2026-10-14T14:58:32.509" v="210" actId="20577"/>
          <ac:spMkLst>
            <pc:docMk/>
            <pc:sldMk cId="0" sldId="268"/>
            <ac:spMk id="32" creationId="{00000000-0000-0000-0000-000000000000}"/>
          </ac:spMkLst>
        </pc:spChg>
        <pc:spChg chg="mod">
          <ac:chgData name="Dan Placek" userId="f3f3237b-c04b-4562-a983-7f75602202b4" providerId="ADAL" clId="{06D252B5-0D77-5B2B-B50F-1F2074439A02}" dt="2026-10-14T14:58:20.283" v="202" actId="20577"/>
          <ac:spMkLst>
            <pc:docMk/>
            <pc:sldMk cId="0" sldId="268"/>
            <ac:spMk id="33" creationId="{00000000-0000-0000-0000-000000000000}"/>
          </ac:spMkLst>
        </pc:spChg>
        <pc:spChg chg="del">
          <ac:chgData name="Dan Placek" userId="f3f3237b-c04b-4562-a983-7f75602202b4" providerId="ADAL" clId="{06D252B5-0D77-5B2B-B50F-1F2074439A02}" dt="2026-10-14T14:58:40.534" v="217" actId="478"/>
          <ac:spMkLst>
            <pc:docMk/>
            <pc:sldMk cId="0" sldId="268"/>
            <ac:spMk id="46" creationId="{00000000-0000-0000-0000-000000000000}"/>
          </ac:spMkLst>
        </pc:spChg>
        <pc:spChg chg="mod">
          <ac:chgData name="Dan Placek" userId="f3f3237b-c04b-4562-a983-7f75602202b4" providerId="ADAL" clId="{06D252B5-0D77-5B2B-B50F-1F2074439A02}" dt="2026-10-14T14:57:52.302" v="193" actId="20577"/>
          <ac:spMkLst>
            <pc:docMk/>
            <pc:sldMk cId="0" sldId="268"/>
            <ac:spMk id="50" creationId="{283084B7-003A-DC8D-71AA-51B94A106A6A}"/>
          </ac:spMkLst>
        </pc:spChg>
      </pc:sldChg>
      <pc:sldChg chg="addSp delSp modSp mod">
        <pc:chgData name="Dan Placek" userId="f3f3237b-c04b-4562-a983-7f75602202b4" providerId="ADAL" clId="{06D252B5-0D77-5B2B-B50F-1F2074439A02}" dt="2026-10-14T15:03:23.580" v="385" actId="20577"/>
        <pc:sldMkLst>
          <pc:docMk/>
          <pc:sldMk cId="0" sldId="269"/>
        </pc:sldMkLst>
        <pc:spChg chg="add mod">
          <ac:chgData name="Dan Placek" userId="f3f3237b-c04b-4562-a983-7f75602202b4" providerId="ADAL" clId="{06D252B5-0D77-5B2B-B50F-1F2074439A02}" dt="2026-10-14T15:03:23.580" v="385" actId="20577"/>
          <ac:spMkLst>
            <pc:docMk/>
            <pc:sldMk cId="0" sldId="269"/>
            <ac:spMk id="2" creationId="{1FF5D4DE-85F2-6DAC-7F49-1E9B28432B8A}"/>
          </ac:spMkLst>
        </pc:spChg>
        <pc:spChg chg="mod">
          <ac:chgData name="Dan Placek" userId="f3f3237b-c04b-4562-a983-7f75602202b4" providerId="ADAL" clId="{06D252B5-0D77-5B2B-B50F-1F2074439A02}" dt="2026-10-14T14:59:58.960" v="295" actId="20577"/>
          <ac:spMkLst>
            <pc:docMk/>
            <pc:sldMk cId="0" sldId="269"/>
            <ac:spMk id="7" creationId="{00000000-0000-0000-0000-000000000000}"/>
          </ac:spMkLst>
        </pc:spChg>
        <pc:spChg chg="mod">
          <ac:chgData name="Dan Placek" userId="f3f3237b-c04b-4562-a983-7f75602202b4" providerId="ADAL" clId="{06D252B5-0D77-5B2B-B50F-1F2074439A02}" dt="2026-10-14T15:01:10.069" v="363" actId="1036"/>
          <ac:spMkLst>
            <pc:docMk/>
            <pc:sldMk cId="0" sldId="269"/>
            <ac:spMk id="30" creationId="{00000000-0000-0000-0000-000000000000}"/>
          </ac:spMkLst>
        </pc:spChg>
        <pc:spChg chg="mod">
          <ac:chgData name="Dan Placek" userId="f3f3237b-c04b-4562-a983-7f75602202b4" providerId="ADAL" clId="{06D252B5-0D77-5B2B-B50F-1F2074439A02}" dt="2026-10-14T15:01:10.069" v="363" actId="1036"/>
          <ac:spMkLst>
            <pc:docMk/>
            <pc:sldMk cId="0" sldId="269"/>
            <ac:spMk id="31" creationId="{00000000-0000-0000-0000-000000000000}"/>
          </ac:spMkLst>
        </pc:spChg>
        <pc:spChg chg="del">
          <ac:chgData name="Dan Placek" userId="f3f3237b-c04b-4562-a983-7f75602202b4" providerId="ADAL" clId="{06D252B5-0D77-5B2B-B50F-1F2074439A02}" dt="2026-10-14T15:01:03.130" v="342" actId="478"/>
          <ac:spMkLst>
            <pc:docMk/>
            <pc:sldMk cId="0" sldId="269"/>
            <ac:spMk id="32" creationId="{00000000-0000-0000-0000-000000000000}"/>
          </ac:spMkLst>
        </pc:spChg>
        <pc:spChg chg="del">
          <ac:chgData name="Dan Placek" userId="f3f3237b-c04b-4562-a983-7f75602202b4" providerId="ADAL" clId="{06D252B5-0D77-5B2B-B50F-1F2074439A02}" dt="2026-10-14T15:00:17.740" v="296" actId="478"/>
          <ac:spMkLst>
            <pc:docMk/>
            <pc:sldMk cId="0" sldId="269"/>
            <ac:spMk id="33" creationId="{00000000-0000-0000-0000-000000000000}"/>
          </ac:spMkLst>
        </pc:spChg>
        <pc:spChg chg="del">
          <ac:chgData name="Dan Placek" userId="f3f3237b-c04b-4562-a983-7f75602202b4" providerId="ADAL" clId="{06D252B5-0D77-5B2B-B50F-1F2074439A02}" dt="2026-10-14T15:00:20.602" v="298" actId="478"/>
          <ac:spMkLst>
            <pc:docMk/>
            <pc:sldMk cId="0" sldId="269"/>
            <ac:spMk id="34" creationId="{00000000-0000-0000-0000-000000000000}"/>
          </ac:spMkLst>
        </pc:spChg>
        <pc:spChg chg="del">
          <ac:chgData name="Dan Placek" userId="f3f3237b-c04b-4562-a983-7f75602202b4" providerId="ADAL" clId="{06D252B5-0D77-5B2B-B50F-1F2074439A02}" dt="2026-10-14T15:00:19.332" v="297" actId="478"/>
          <ac:spMkLst>
            <pc:docMk/>
            <pc:sldMk cId="0" sldId="269"/>
            <ac:spMk id="35" creationId="{00000000-0000-0000-0000-000000000000}"/>
          </ac:spMkLst>
        </pc:spChg>
        <pc:spChg chg="mod">
          <ac:chgData name="Dan Placek" userId="f3f3237b-c04b-4562-a983-7f75602202b4" providerId="ADAL" clId="{06D252B5-0D77-5B2B-B50F-1F2074439A02}" dt="2026-10-14T14:59:54.315" v="293" actId="313"/>
          <ac:spMkLst>
            <pc:docMk/>
            <pc:sldMk cId="0" sldId="269"/>
            <ac:spMk id="52" creationId="{7DF78F05-7BBB-C0BE-8CF5-3DA594FDB264}"/>
          </ac:spMkLst>
        </pc:spChg>
      </pc:sldChg>
      <pc:sldChg chg="addSp delSp modSp mod">
        <pc:chgData name="Dan Placek" userId="f3f3237b-c04b-4562-a983-7f75602202b4" providerId="ADAL" clId="{06D252B5-0D77-5B2B-B50F-1F2074439A02}" dt="2026-10-14T17:52:24.089" v="604" actId="20577"/>
        <pc:sldMkLst>
          <pc:docMk/>
          <pc:sldMk cId="0" sldId="270"/>
        </pc:sldMkLst>
        <pc:spChg chg="mod">
          <ac:chgData name="Dan Placek" userId="f3f3237b-c04b-4562-a983-7f75602202b4" providerId="ADAL" clId="{06D252B5-0D77-5B2B-B50F-1F2074439A02}" dt="2026-10-14T15:04:21.083" v="450" actId="20577"/>
          <ac:spMkLst>
            <pc:docMk/>
            <pc:sldMk cId="0" sldId="270"/>
            <ac:spMk id="2" creationId="{00000000-0000-0000-0000-000000000000}"/>
          </ac:spMkLst>
        </pc:spChg>
        <pc:spChg chg="mod">
          <ac:chgData name="Dan Placek" userId="f3f3237b-c04b-4562-a983-7f75602202b4" providerId="ADAL" clId="{06D252B5-0D77-5B2B-B50F-1F2074439A02}" dt="2026-10-14T17:52:16.341" v="600" actId="20577"/>
          <ac:spMkLst>
            <pc:docMk/>
            <pc:sldMk cId="0" sldId="270"/>
            <ac:spMk id="6" creationId="{00000000-0000-0000-0000-000000000000}"/>
          </ac:spMkLst>
        </pc:spChg>
        <pc:spChg chg="mod">
          <ac:chgData name="Dan Placek" userId="f3f3237b-c04b-4562-a983-7f75602202b4" providerId="ADAL" clId="{06D252B5-0D77-5B2B-B50F-1F2074439A02}" dt="2026-10-14T17:52:14.345" v="598" actId="20577"/>
          <ac:spMkLst>
            <pc:docMk/>
            <pc:sldMk cId="0" sldId="270"/>
            <ac:spMk id="9" creationId="{00000000-0000-0000-0000-000000000000}"/>
          </ac:spMkLst>
        </pc:spChg>
        <pc:spChg chg="mod">
          <ac:chgData name="Dan Placek" userId="f3f3237b-c04b-4562-a983-7f75602202b4" providerId="ADAL" clId="{06D252B5-0D77-5B2B-B50F-1F2074439A02}" dt="2026-10-14T17:52:18.503" v="602" actId="20577"/>
          <ac:spMkLst>
            <pc:docMk/>
            <pc:sldMk cId="0" sldId="270"/>
            <ac:spMk id="12" creationId="{00000000-0000-0000-0000-000000000000}"/>
          </ac:spMkLst>
        </pc:spChg>
        <pc:spChg chg="mod">
          <ac:chgData name="Dan Placek" userId="f3f3237b-c04b-4562-a983-7f75602202b4" providerId="ADAL" clId="{06D252B5-0D77-5B2B-B50F-1F2074439A02}" dt="2026-10-14T17:52:05.455" v="590" actId="20577"/>
          <ac:spMkLst>
            <pc:docMk/>
            <pc:sldMk cId="0" sldId="270"/>
            <ac:spMk id="17" creationId="{00000000-0000-0000-0000-000000000000}"/>
          </ac:spMkLst>
        </pc:spChg>
        <pc:spChg chg="mod">
          <ac:chgData name="Dan Placek" userId="f3f3237b-c04b-4562-a983-7f75602202b4" providerId="ADAL" clId="{06D252B5-0D77-5B2B-B50F-1F2074439A02}" dt="2026-10-14T17:52:03.594" v="588" actId="20577"/>
          <ac:spMkLst>
            <pc:docMk/>
            <pc:sldMk cId="0" sldId="270"/>
            <ac:spMk id="20" creationId="{00000000-0000-0000-0000-000000000000}"/>
          </ac:spMkLst>
        </pc:spChg>
        <pc:spChg chg="mod">
          <ac:chgData name="Dan Placek" userId="f3f3237b-c04b-4562-a983-7f75602202b4" providerId="ADAL" clId="{06D252B5-0D77-5B2B-B50F-1F2074439A02}" dt="2026-10-14T17:52:09.499" v="594" actId="20577"/>
          <ac:spMkLst>
            <pc:docMk/>
            <pc:sldMk cId="0" sldId="270"/>
            <ac:spMk id="22" creationId="{00000000-0000-0000-0000-000000000000}"/>
          </ac:spMkLst>
        </pc:spChg>
        <pc:spChg chg="mod">
          <ac:chgData name="Dan Placek" userId="f3f3237b-c04b-4562-a983-7f75602202b4" providerId="ADAL" clId="{06D252B5-0D77-5B2B-B50F-1F2074439A02}" dt="2026-10-14T17:52:11.450" v="596" actId="20577"/>
          <ac:spMkLst>
            <pc:docMk/>
            <pc:sldMk cId="0" sldId="270"/>
            <ac:spMk id="23" creationId="{00000000-0000-0000-0000-000000000000}"/>
          </ac:spMkLst>
        </pc:spChg>
        <pc:spChg chg="mod">
          <ac:chgData name="Dan Placek" userId="f3f3237b-c04b-4562-a983-7f75602202b4" providerId="ADAL" clId="{06D252B5-0D77-5B2B-B50F-1F2074439A02}" dt="2026-10-14T17:51:52.066" v="580" actId="20577"/>
          <ac:spMkLst>
            <pc:docMk/>
            <pc:sldMk cId="0" sldId="270"/>
            <ac:spMk id="27" creationId="{00000000-0000-0000-0000-000000000000}"/>
          </ac:spMkLst>
        </pc:spChg>
        <pc:spChg chg="mod">
          <ac:chgData name="Dan Placek" userId="f3f3237b-c04b-4562-a983-7f75602202b4" providerId="ADAL" clId="{06D252B5-0D77-5B2B-B50F-1F2074439A02}" dt="2026-10-14T17:51:58.051" v="584" actId="20577"/>
          <ac:spMkLst>
            <pc:docMk/>
            <pc:sldMk cId="0" sldId="270"/>
            <ac:spMk id="30" creationId="{00000000-0000-0000-0000-000000000000}"/>
          </ac:spMkLst>
        </pc:spChg>
        <pc:spChg chg="mod">
          <ac:chgData name="Dan Placek" userId="f3f3237b-c04b-4562-a983-7f75602202b4" providerId="ADAL" clId="{06D252B5-0D77-5B2B-B50F-1F2074439A02}" dt="2026-10-14T17:52:00.217" v="586" actId="20577"/>
          <ac:spMkLst>
            <pc:docMk/>
            <pc:sldMk cId="0" sldId="270"/>
            <ac:spMk id="33" creationId="{00000000-0000-0000-0000-000000000000}"/>
          </ac:spMkLst>
        </pc:spChg>
        <pc:spChg chg="mod">
          <ac:chgData name="Dan Placek" userId="f3f3237b-c04b-4562-a983-7f75602202b4" providerId="ADAL" clId="{06D252B5-0D77-5B2B-B50F-1F2074439A02}" dt="2026-10-14T17:51:31.043" v="566" actId="20577"/>
          <ac:spMkLst>
            <pc:docMk/>
            <pc:sldMk cId="0" sldId="270"/>
            <ac:spMk id="37" creationId="{00000000-0000-0000-0000-000000000000}"/>
          </ac:spMkLst>
        </pc:spChg>
        <pc:spChg chg="mod">
          <ac:chgData name="Dan Placek" userId="f3f3237b-c04b-4562-a983-7f75602202b4" providerId="ADAL" clId="{06D252B5-0D77-5B2B-B50F-1F2074439A02}" dt="2026-10-14T17:51:32.917" v="568" actId="20577"/>
          <ac:spMkLst>
            <pc:docMk/>
            <pc:sldMk cId="0" sldId="270"/>
            <ac:spMk id="38" creationId="{00000000-0000-0000-0000-000000000000}"/>
          </ac:spMkLst>
        </pc:spChg>
        <pc:spChg chg="mod">
          <ac:chgData name="Dan Placek" userId="f3f3237b-c04b-4562-a983-7f75602202b4" providerId="ADAL" clId="{06D252B5-0D77-5B2B-B50F-1F2074439A02}" dt="2026-10-14T17:51:37.592" v="570" actId="20577"/>
          <ac:spMkLst>
            <pc:docMk/>
            <pc:sldMk cId="0" sldId="270"/>
            <ac:spMk id="43" creationId="{00000000-0000-0000-0000-000000000000}"/>
          </ac:spMkLst>
        </pc:spChg>
        <pc:spChg chg="mod">
          <ac:chgData name="Dan Placek" userId="f3f3237b-c04b-4562-a983-7f75602202b4" providerId="ADAL" clId="{06D252B5-0D77-5B2B-B50F-1F2074439A02}" dt="2026-10-14T17:51:40.214" v="572" actId="20577"/>
          <ac:spMkLst>
            <pc:docMk/>
            <pc:sldMk cId="0" sldId="270"/>
            <ac:spMk id="46" creationId="{00000000-0000-0000-0000-000000000000}"/>
          </ac:spMkLst>
        </pc:spChg>
        <pc:spChg chg="mod">
          <ac:chgData name="Dan Placek" userId="f3f3237b-c04b-4562-a983-7f75602202b4" providerId="ADAL" clId="{06D252B5-0D77-5B2B-B50F-1F2074439A02}" dt="2026-10-14T17:52:24.089" v="604" actId="20577"/>
          <ac:spMkLst>
            <pc:docMk/>
            <pc:sldMk cId="0" sldId="270"/>
            <ac:spMk id="50" creationId="{00000000-0000-0000-0000-000000000000}"/>
          </ac:spMkLst>
        </pc:spChg>
        <pc:spChg chg="mod">
          <ac:chgData name="Dan Placek" userId="f3f3237b-c04b-4562-a983-7f75602202b4" providerId="ADAL" clId="{06D252B5-0D77-5B2B-B50F-1F2074439A02}" dt="2026-10-14T17:51:17.748" v="544" actId="1076"/>
          <ac:spMkLst>
            <pc:docMk/>
            <pc:sldMk cId="0" sldId="270"/>
            <ac:spMk id="51" creationId="{00000000-0000-0000-0000-000000000000}"/>
          </ac:spMkLst>
        </pc:spChg>
        <pc:spChg chg="del">
          <ac:chgData name="Dan Placek" userId="f3f3237b-c04b-4562-a983-7f75602202b4" providerId="ADAL" clId="{06D252B5-0D77-5B2B-B50F-1F2074439A02}" dt="2026-10-14T15:04:54.664" v="502" actId="478"/>
          <ac:spMkLst>
            <pc:docMk/>
            <pc:sldMk cId="0" sldId="270"/>
            <ac:spMk id="52" creationId="{00000000-0000-0000-0000-000000000000}"/>
          </ac:spMkLst>
        </pc:spChg>
        <pc:spChg chg="add mod">
          <ac:chgData name="Dan Placek" userId="f3f3237b-c04b-4562-a983-7f75602202b4" providerId="ADAL" clId="{06D252B5-0D77-5B2B-B50F-1F2074439A02}" dt="2026-10-14T17:51:25.951" v="562" actId="20577"/>
          <ac:spMkLst>
            <pc:docMk/>
            <pc:sldMk cId="0" sldId="270"/>
            <ac:spMk id="53" creationId="{A64002F9-0069-90FF-06DA-322C7D26D3F4}"/>
          </ac:spMkLst>
        </pc:spChg>
      </pc:sldChg>
      <pc:sldChg chg="modSp mod">
        <pc:chgData name="Dan Placek" userId="f3f3237b-c04b-4562-a983-7f75602202b4" providerId="ADAL" clId="{06D252B5-0D77-5B2B-B50F-1F2074439A02}" dt="2026-10-14T17:54:28.558" v="698" actId="20577"/>
        <pc:sldMkLst>
          <pc:docMk/>
          <pc:sldMk cId="0" sldId="271"/>
        </pc:sldMkLst>
        <pc:spChg chg="mod">
          <ac:chgData name="Dan Placek" userId="f3f3237b-c04b-4562-a983-7f75602202b4" providerId="ADAL" clId="{06D252B5-0D77-5B2B-B50F-1F2074439A02}" dt="2026-10-14T17:53:09.612" v="612" actId="20577"/>
          <ac:spMkLst>
            <pc:docMk/>
            <pc:sldMk cId="0" sldId="271"/>
            <ac:spMk id="5" creationId="{00000000-0000-0000-0000-000000000000}"/>
          </ac:spMkLst>
        </pc:spChg>
        <pc:spChg chg="mod">
          <ac:chgData name="Dan Placek" userId="f3f3237b-c04b-4562-a983-7f75602202b4" providerId="ADAL" clId="{06D252B5-0D77-5B2B-B50F-1F2074439A02}" dt="2026-10-14T17:53:34.013" v="623" actId="20577"/>
          <ac:spMkLst>
            <pc:docMk/>
            <pc:sldMk cId="0" sldId="271"/>
            <ac:spMk id="7" creationId="{00000000-0000-0000-0000-000000000000}"/>
          </ac:spMkLst>
        </pc:spChg>
        <pc:spChg chg="mod">
          <ac:chgData name="Dan Placek" userId="f3f3237b-c04b-4562-a983-7f75602202b4" providerId="ADAL" clId="{06D252B5-0D77-5B2B-B50F-1F2074439A02}" dt="2026-10-14T17:53:13.063" v="615" actId="20577"/>
          <ac:spMkLst>
            <pc:docMk/>
            <pc:sldMk cId="0" sldId="271"/>
            <ac:spMk id="9" creationId="{00000000-0000-0000-0000-000000000000}"/>
          </ac:spMkLst>
        </pc:spChg>
        <pc:spChg chg="mod">
          <ac:chgData name="Dan Placek" userId="f3f3237b-c04b-4562-a983-7f75602202b4" providerId="ADAL" clId="{06D252B5-0D77-5B2B-B50F-1F2074439A02}" dt="2026-10-14T17:53:36.460" v="625" actId="20577"/>
          <ac:spMkLst>
            <pc:docMk/>
            <pc:sldMk cId="0" sldId="271"/>
            <ac:spMk id="11" creationId="{00000000-0000-0000-0000-000000000000}"/>
          </ac:spMkLst>
        </pc:spChg>
        <pc:spChg chg="mod">
          <ac:chgData name="Dan Placek" userId="f3f3237b-c04b-4562-a983-7f75602202b4" providerId="ADAL" clId="{06D252B5-0D77-5B2B-B50F-1F2074439A02}" dt="2026-10-14T17:53:15.845" v="618" actId="20577"/>
          <ac:spMkLst>
            <pc:docMk/>
            <pc:sldMk cId="0" sldId="271"/>
            <ac:spMk id="13" creationId="{00000000-0000-0000-0000-000000000000}"/>
          </ac:spMkLst>
        </pc:spChg>
        <pc:spChg chg="mod">
          <ac:chgData name="Dan Placek" userId="f3f3237b-c04b-4562-a983-7f75602202b4" providerId="ADAL" clId="{06D252B5-0D77-5B2B-B50F-1F2074439A02}" dt="2026-10-14T17:53:52.664" v="645" actId="20577"/>
          <ac:spMkLst>
            <pc:docMk/>
            <pc:sldMk cId="0" sldId="271"/>
            <ac:spMk id="15" creationId="{00000000-0000-0000-0000-000000000000}"/>
          </ac:spMkLst>
        </pc:spChg>
        <pc:spChg chg="mod">
          <ac:chgData name="Dan Placek" userId="f3f3237b-c04b-4562-a983-7f75602202b4" providerId="ADAL" clId="{06D252B5-0D77-5B2B-B50F-1F2074439A02}" dt="2026-10-14T17:53:19.149" v="621" actId="20577"/>
          <ac:spMkLst>
            <pc:docMk/>
            <pc:sldMk cId="0" sldId="271"/>
            <ac:spMk id="17" creationId="{00000000-0000-0000-0000-000000000000}"/>
          </ac:spMkLst>
        </pc:spChg>
        <pc:spChg chg="mod">
          <ac:chgData name="Dan Placek" userId="f3f3237b-c04b-4562-a983-7f75602202b4" providerId="ADAL" clId="{06D252B5-0D77-5B2B-B50F-1F2074439A02}" dt="2026-10-14T17:54:10.027" v="696" actId="20577"/>
          <ac:spMkLst>
            <pc:docMk/>
            <pc:sldMk cId="0" sldId="271"/>
            <ac:spMk id="19" creationId="{00000000-0000-0000-0000-000000000000}"/>
          </ac:spMkLst>
        </pc:spChg>
        <pc:spChg chg="mod">
          <ac:chgData name="Dan Placek" userId="f3f3237b-c04b-4562-a983-7f75602202b4" providerId="ADAL" clId="{06D252B5-0D77-5B2B-B50F-1F2074439A02}" dt="2026-10-14T17:54:28.558" v="698" actId="20577"/>
          <ac:spMkLst>
            <pc:docMk/>
            <pc:sldMk cId="0" sldId="271"/>
            <ac:spMk id="20" creationId="{00000000-0000-0000-0000-000000000000}"/>
          </ac:spMkLst>
        </pc:spChg>
      </pc:sldChg>
      <pc:sldChg chg="addSp delSp modSp mod">
        <pc:chgData name="Dan Placek" userId="f3f3237b-c04b-4562-a983-7f75602202b4" providerId="ADAL" clId="{06D252B5-0D77-5B2B-B50F-1F2074439A02}" dt="2026-10-14T17:56:13.877" v="749" actId="1035"/>
        <pc:sldMkLst>
          <pc:docMk/>
          <pc:sldMk cId="0" sldId="272"/>
        </pc:sldMkLst>
        <pc:spChg chg="del mod">
          <ac:chgData name="Dan Placek" userId="f3f3237b-c04b-4562-a983-7f75602202b4" providerId="ADAL" clId="{06D252B5-0D77-5B2B-B50F-1F2074439A02}" dt="2026-10-14T17:56:08.946" v="725" actId="478"/>
          <ac:spMkLst>
            <pc:docMk/>
            <pc:sldMk cId="0" sldId="272"/>
            <ac:spMk id="3" creationId="{00000000-0000-0000-0000-000000000000}"/>
          </ac:spMkLst>
        </pc:spChg>
        <pc:spChg chg="mod">
          <ac:chgData name="Dan Placek" userId="f3f3237b-c04b-4562-a983-7f75602202b4" providerId="ADAL" clId="{06D252B5-0D77-5B2B-B50F-1F2074439A02}" dt="2026-10-14T17:56:13.877" v="749" actId="1035"/>
          <ac:spMkLst>
            <pc:docMk/>
            <pc:sldMk cId="0" sldId="272"/>
            <ac:spMk id="4" creationId="{00000000-0000-0000-0000-000000000000}"/>
          </ac:spMkLst>
        </pc:spChg>
        <pc:spChg chg="mod">
          <ac:chgData name="Dan Placek" userId="f3f3237b-c04b-4562-a983-7f75602202b4" providerId="ADAL" clId="{06D252B5-0D77-5B2B-B50F-1F2074439A02}" dt="2026-10-14T17:54:46.608" v="717" actId="20577"/>
          <ac:spMkLst>
            <pc:docMk/>
            <pc:sldMk cId="0" sldId="272"/>
            <ac:spMk id="6" creationId="{00000000-0000-0000-0000-000000000000}"/>
          </ac:spMkLst>
        </pc:spChg>
        <pc:picChg chg="del">
          <ac:chgData name="Dan Placek" userId="f3f3237b-c04b-4562-a983-7f75602202b4" providerId="ADAL" clId="{06D252B5-0D77-5B2B-B50F-1F2074439A02}" dt="2026-10-14T17:55:54.523" v="722" actId="478"/>
          <ac:picMkLst>
            <pc:docMk/>
            <pc:sldMk cId="0" sldId="272"/>
            <ac:picMk id="5" creationId="{00000000-0000-0000-0000-000000000000}"/>
          </ac:picMkLst>
        </pc:picChg>
        <pc:picChg chg="add mod">
          <ac:chgData name="Dan Placek" userId="f3f3237b-c04b-4562-a983-7f75602202b4" providerId="ADAL" clId="{06D252B5-0D77-5B2B-B50F-1F2074439A02}" dt="2026-10-14T17:55:59.553" v="724" actId="1076"/>
          <ac:picMkLst>
            <pc:docMk/>
            <pc:sldMk cId="0" sldId="272"/>
            <ac:picMk id="7" creationId="{A961FC54-EE6C-B173-90E9-1A27930BE384}"/>
          </ac:picMkLst>
        </pc:picChg>
      </pc:sldChg>
      <pc:sldChg chg="addSp delSp modSp mod">
        <pc:chgData name="Dan Placek" userId="f3f3237b-c04b-4562-a983-7f75602202b4" providerId="ADAL" clId="{06D252B5-0D77-5B2B-B50F-1F2074439A02}" dt="2026-10-14T17:50:41.738" v="520"/>
        <pc:sldMkLst>
          <pc:docMk/>
          <pc:sldMk cId="1500904800" sldId="274"/>
        </pc:sldMkLst>
        <pc:spChg chg="del">
          <ac:chgData name="Dan Placek" userId="f3f3237b-c04b-4562-a983-7f75602202b4" providerId="ADAL" clId="{06D252B5-0D77-5B2B-B50F-1F2074439A02}" dt="2026-10-14T17:50:41.392" v="519" actId="478"/>
          <ac:spMkLst>
            <pc:docMk/>
            <pc:sldMk cId="1500904800" sldId="274"/>
            <ac:spMk id="29" creationId="{18DB62DC-97C4-AFFC-F643-13442D744F54}"/>
          </ac:spMkLst>
        </pc:spChg>
        <pc:spChg chg="add mod">
          <ac:chgData name="Dan Placek" userId="f3f3237b-c04b-4562-a983-7f75602202b4" providerId="ADAL" clId="{06D252B5-0D77-5B2B-B50F-1F2074439A02}" dt="2026-10-14T17:50:41.738" v="520"/>
          <ac:spMkLst>
            <pc:docMk/>
            <pc:sldMk cId="1500904800" sldId="274"/>
            <ac:spMk id="30" creationId="{E520EBF8-7E1E-F369-0658-75744E533AE1}"/>
          </ac:spMkLst>
        </pc:spChg>
        <pc:spChg chg="add mod">
          <ac:chgData name="Dan Placek" userId="f3f3237b-c04b-4562-a983-7f75602202b4" providerId="ADAL" clId="{06D252B5-0D77-5B2B-B50F-1F2074439A02}" dt="2026-10-14T17:50:41.738" v="520"/>
          <ac:spMkLst>
            <pc:docMk/>
            <pc:sldMk cId="1500904800" sldId="274"/>
            <ac:spMk id="31" creationId="{D1573787-1DEF-2034-E306-FEF813F6155C}"/>
          </ac:spMkLst>
        </pc:spChg>
      </pc:sldChg>
      <pc:sldChg chg="addSp delSp modSp mod">
        <pc:chgData name="Dan Placek" userId="f3f3237b-c04b-4562-a983-7f75602202b4" providerId="ADAL" clId="{06D252B5-0D77-5B2B-B50F-1F2074439A02}" dt="2026-10-14T17:50:47.675" v="522"/>
        <pc:sldMkLst>
          <pc:docMk/>
          <pc:sldMk cId="1118043160" sldId="276"/>
        </pc:sldMkLst>
        <pc:spChg chg="add mod">
          <ac:chgData name="Dan Placek" userId="f3f3237b-c04b-4562-a983-7f75602202b4" providerId="ADAL" clId="{06D252B5-0D77-5B2B-B50F-1F2074439A02}" dt="2026-10-14T17:50:47.675" v="522"/>
          <ac:spMkLst>
            <pc:docMk/>
            <pc:sldMk cId="1118043160" sldId="276"/>
            <ac:spMk id="10" creationId="{0DA0DF22-2EDD-DFE2-AAF2-0A956F2BC6BB}"/>
          </ac:spMkLst>
        </pc:spChg>
        <pc:spChg chg="del">
          <ac:chgData name="Dan Placek" userId="f3f3237b-c04b-4562-a983-7f75602202b4" providerId="ADAL" clId="{06D252B5-0D77-5B2B-B50F-1F2074439A02}" dt="2026-10-14T17:50:47.366" v="521" actId="478"/>
          <ac:spMkLst>
            <pc:docMk/>
            <pc:sldMk cId="1118043160" sldId="276"/>
            <ac:spMk id="29" creationId="{4C21AC8B-31AA-83B1-71B3-2003D0F6F8EA}"/>
          </ac:spMkLst>
        </pc:spChg>
        <pc:spChg chg="add mod">
          <ac:chgData name="Dan Placek" userId="f3f3237b-c04b-4562-a983-7f75602202b4" providerId="ADAL" clId="{06D252B5-0D77-5B2B-B50F-1F2074439A02}" dt="2026-10-14T17:50:47.675" v="522"/>
          <ac:spMkLst>
            <pc:docMk/>
            <pc:sldMk cId="1118043160" sldId="276"/>
            <ac:spMk id="30" creationId="{965AF28C-0797-3E05-5AEA-7AC981047DC5}"/>
          </ac:spMkLst>
        </pc:spChg>
      </pc:sldChg>
      <pc:sldChg chg="add del setBg">
        <pc:chgData name="Dan Placek" userId="f3f3237b-c04b-4562-a983-7f75602202b4" providerId="ADAL" clId="{06D252B5-0D77-5B2B-B50F-1F2074439A02}" dt="2026-10-14T15:02:58.936" v="373"/>
        <pc:sldMkLst>
          <pc:docMk/>
          <pc:sldMk cId="3313975157"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300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1:00–3:00. This is the map for the whole talk; every step later lights up part of it. Six families, named for the question each answers. Example tools, so the room can place what they already own. Know: NetBox, Nautobot, Infrahub; Oxidized, SuzieQ, gNMI collectors; IP Fabric, NetBrain. Change: Ansible, Nornir, Python; Arista AVD, Terraform, Cisco NSO; vendor ZTP; Itential, ServiceNow. Prove: Batfish, Containerlab, Cisco CML; pyATS, SuzieQ; Nautobot Golden Config, Forward Networks. React: Event-Driven Ansible, StackStorm. Govern: vendor PSIRT and EoX APIs; Tufin, AlgoSec, FireMon. Serve: ServiceNow, AWX surveys, Slack and Teams bots. Name boxes by outcome, not tool, so the map outlives the tools.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6059-31FE-0CC4-C0AF-830BC96E7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5CACA-A3EA-9881-AB4D-B9941AAE1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28306A-AA98-3CC2-2779-0088869B17A7}"/>
              </a:ext>
            </a:extLst>
          </p:cNvPr>
          <p:cNvSpPr>
            <a:spLocks noGrp="1"/>
          </p:cNvSpPr>
          <p:nvPr>
            <p:ph type="body" idx="1"/>
          </p:nvPr>
        </p:nvSpPr>
        <p:spPr/>
        <p:txBody>
          <a:bodyPr/>
          <a:lstStyle/>
          <a:p>
            <a:r>
              <a:rPr lang="en-US" dirty="0"/>
              <a:t>1:00–3:00. This is the map for the whole talk; every step later lights up part of it. Six families, named for the question each answers. Example tools, so the room can place what they already own. Know: NetBox, Nautobot, Infrahub; Oxidized, SuzieQ, gNMI collectors; IP Fabric, NetBrain. Change: Ansible, Nornir, Python; Arista AVD, Terraform, Cisco NSO; vendor ZTP; Itential, ServiceNow. Prove: Batfish, Containerlab, Cisco CML; pyATS, SuzieQ; Nautobot Golden Config, Forward Networks. React: Event-Driven Ansible, StackStorm. Govern: vendor PSIRT and EoX APIs; Tufin, AlgoSec, FireMon. Serve: ServiceNow, AWX surveys, Slack and Teams bots. Name boxes by outcome, not tool, so the map outlives the tools.</a:t>
            </a:r>
          </a:p>
        </p:txBody>
      </p:sp>
      <p:sp>
        <p:nvSpPr>
          <p:cNvPr id="4" name="Slide Number Placeholder 3">
            <a:extLst>
              <a:ext uri="{FF2B5EF4-FFF2-40B4-BE49-F238E27FC236}">
                <a16:creationId xmlns:a16="http://schemas.microsoft.com/office/drawing/2014/main" id="{E7DE8BE0-2860-1BD9-5700-4DFBEBC7693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39534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3:00–4:00. These aren't more boxes; they apply to every box. Read versus write is the one that matters today: it is the risk axis of the journey that follows. Day 0/1/2 language gets fuzzy because upgrades and compliance span every day, so these four questions travel better.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4:00–5:00. AI cannot populate your source of truth, decide intent, or own the risk of a change. It is a new front end on the map, not a new box: it calls the same tools and APIs. That is why the journey starts read-only and only writes once the Prove family is in place.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5:00–6:00. The journey. Steps 1 to 4 never write to a production device, so they are safe places to lean on AI. Steps 5 and 6 write, which is where the Prove family and guardrails come in. Steps 1 and 2 are this-week material.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AC430-F95E-1EF5-0A49-D1032EE11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58ED3-967A-8A2F-DD76-275037F7D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D61AFD-90C3-5791-7601-07F75EEB226F}"/>
              </a:ext>
            </a:extLst>
          </p:cNvPr>
          <p:cNvSpPr>
            <a:spLocks noGrp="1"/>
          </p:cNvSpPr>
          <p:nvPr>
            <p:ph type="body" idx="1"/>
          </p:nvPr>
        </p:nvSpPr>
        <p:spPr/>
        <p:txBody>
          <a:bodyPr/>
          <a:lstStyle/>
          <a:p>
            <a:r>
              <a:rPr lang="en-US" dirty="0"/>
              <a:t>1:00–3:00. This is the map for the whole talk; every step later lights up part of it. Six families, named for the question each answers. Example tools, so the room can place what they already own. Know: NetBox, Nautobot, Infrahub; Oxidized, SuzieQ, gNMI collectors; IP Fabric, NetBrain. Change: Ansible, Nornir, Python; Arista AVD, Terraform, Cisco NSO; vendor ZTP; Itential, ServiceNow. Prove: Batfish, Containerlab, Cisco CML; pyATS, SuzieQ; Nautobot Golden Config, Forward Networks. React: Event-Driven Ansible, StackStorm. Govern: vendor PSIRT and EoX APIs; Tufin, AlgoSec, FireMon. Serve: ServiceNow, AWX surveys, Slack and Teams bots. Name boxes by outcome, not tool, so the map outlives the tools.</a:t>
            </a:r>
          </a:p>
        </p:txBody>
      </p:sp>
      <p:sp>
        <p:nvSpPr>
          <p:cNvPr id="4" name="Slide Number Placeholder 3">
            <a:extLst>
              <a:ext uri="{FF2B5EF4-FFF2-40B4-BE49-F238E27FC236}">
                <a16:creationId xmlns:a16="http://schemas.microsoft.com/office/drawing/2014/main" id="{61AFB1D6-9616-11B3-B94B-2B3B6D6FB7C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627158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6:00–7:00. These five cover steps 1 to 4. The scrubber matters most: hashes and SNMP communities are easy to forget. Some teams also mask public IPs and hostnames; follow your data policy. Before step 5 we add guardrails for anything that writes.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7:00–9:00. The one to try this week. The strip at the bottom is the map: this step touches Know, Prove and Govern. For a firewall export, add to the prompt: "Add a Rules tab that flags shadowed, redundant, any-any, unused (by hit count, if the export has it) and undocumented rules, and gives me a cleanup list." The app is a file on your laptop; nothing leaves it except what you put in the prompt, and the configs were scrubbed first.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9:00–10:00. Walk the screenshot: device list, search, then the Issues view with severities. Point out one finding the room will recognize. Placeholder until the real screenshot is added.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10:00–11:30. Containerlab runs vendor images too: cEOS, SR Linux and FRR as containers, and router and firewall VMs through vrnetlab. On the cloud side, the point is speed of learning: try a vWAN or Transit Gateway design in an afternoon instead of a quarter. Tag everything and destroy when done. This lab is also where you rehearse step 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11:30–13:00. The first automation that touches production, and it only reads. The service account gets a read-only role on every device. Run it from a scheduled pipeline (GitHub Actions, GitLab CI, Jenkins) or cron. Keep the repo private. Firewalls: pull the config export over the vendor API. This repo becomes the foundation for everything after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13:00–15:00. One file per test, run with pytest on a schedule against the configs folder from step 3. This test is real: it finds IOS-style access ports without BPDU guard. The firewall version: a regex for a ServiceNow change number (CHG followed by digits) in each new rule's description. Notifications: start with a Teams Workflows webhook (Microsoft is retiring the older connector webhooks); add ServiceNow or email later. Every incident should leave a test behind.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15:00–16:00. The line between steps 1–4 and 5–6. Everything so far was read-only. From here the automation changes devices, so the Prove family moves to the front. AGENTS.md tells an AI agent the rules; branch protection, CI and credential scope are what actually stop a bad change.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16:00–18:30. Patching is constant now, so this pays back fast. The point: we aren't automating a few button clicks; we're automating the complete before-and-after state analysis that tells you the upgrade didn't break anything. Pre-checks: disk space, image hash, HA in sync, config saved. The state capture is read-only and reusable: run it before and after any change, not just upgrades. Rehearse in the step 2 lab. The numbers on screen are an illustrative example, not real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18:30–20:30. Say it plainly: more than I can get into in 30 minutes. A network source of truth is critical to automation at scale. If you don't know where to start on route/switch, use Arista's AVD data model as a reference design for a YAML data model in git. AVD can push it for you; or take only the data model and reconcile with your own software, which is what the reference repos do. Infrastructure as code isn't one box on the map: it's this chain of boxes. Note: the guidepost2026 repos are private until published; confirm before the talk.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20:30–22:00. Same map as slide 2, now lit up. Six steps touch four of the six families and ten of the fifteen boxes, and the first four steps never wrote to a device. What's left: event-driven remediation, diagnostics and self-service. Those are where agents will act on their own, and they need everything to their left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22:00–23:30. Steps 1 and 2 need nothing but an approved AI tool and an afternoon. Steps 3 and 4 need one read-only service account and a private repo. Step 5 needs a change window and the lab from step 2. Leaders unblock all of it with three approvals. Then open the floor.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23:30–30:00. Leave this slide up for all of Q&amp;A. Likely questions: which AI tool, and where does our config data go (precautions slide); security won't approve AI tools (steps 1–4 need only scrubbed copies); why AVD and not NetBox (NetBox fits multi-vendor inventory and IPAM, and can feed the same model); we're an Ansible shop (keep it: the map is tool-neutral); can an agent push changes itself (no: guardrail 1). The hidden appendix slides cover the reference repos if someone asks how step 6 works.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055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3202F"/>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57401"/>
            <a:ext cx="10566400" cy="3987799"/>
          </a:xfrm>
          <a:prstGeom prst="rect">
            <a:avLst/>
          </a:prstGeom>
          <a:noFill/>
          <a:ln/>
        </p:spPr>
        <p:txBody>
          <a:bodyPr wrap="square" lIns="0" tIns="0" rIns="0" bIns="0" rtlCol="0" anchor="t"/>
          <a:lstStyle>
            <a:lvl1pPr marL="0" indent="0" algn="l">
              <a:lnSpc>
                <a:spcPct val="140000"/>
              </a:lnSpc>
              <a:buNone/>
              <a:defRPr lang="en-US" sz="1600" dirty="0">
                <a:solidFill>
                  <a:srgbClr val="46505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9150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4856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898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0232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1605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02221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56997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04170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75519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3465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011329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055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3202F"/>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57401"/>
            <a:ext cx="10566400" cy="3987799"/>
          </a:xfrm>
          <a:prstGeom prst="rect">
            <a:avLst/>
          </a:prstGeom>
          <a:noFill/>
          <a:ln/>
        </p:spPr>
        <p:txBody>
          <a:bodyPr wrap="square" lIns="0" tIns="0" rIns="0" bIns="0" rtlCol="0" anchor="t"/>
          <a:lstStyle>
            <a:lvl1pPr marL="0" indent="0" algn="l">
              <a:lnSpc>
                <a:spcPct val="140000"/>
              </a:lnSpc>
              <a:buNone/>
              <a:defRPr lang="en-US" sz="1600" dirty="0">
                <a:solidFill>
                  <a:srgbClr val="46505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10/14/26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66575511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Grp="1" noUngrp="1" noRot="1" noMove="1" noResize="1"/>
          </p:cNvGrpSpPr>
          <p:nvPr/>
        </p:nvGrpSpPr>
        <p:grpSpPr>
          <a:xfrm rot="3887895">
            <a:off x="-1812825" y="-5495252"/>
            <a:ext cx="12399828" cy="12748931"/>
            <a:chOff x="0" y="0"/>
            <a:chExt cx="24799656" cy="25497863"/>
          </a:xfrm>
        </p:grpSpPr>
        <p:sp>
          <p:nvSpPr>
            <p:cNvPr id="3" name="Freeform 3"/>
            <p:cNvSpPr>
              <a:spLocks noGrp="1" noRot="1" noMove="1" noResize="1" noEditPoints="1" noAdjustHandles="1" noChangeArrowheads="1" noChangeShapeType="1"/>
            </p:cNvSpPr>
            <p:nvPr/>
          </p:nvSpPr>
          <p:spPr>
            <a:xfrm>
              <a:off x="11358454" y="0"/>
              <a:ext cx="13441202" cy="12454186"/>
            </a:xfrm>
            <a:custGeom>
              <a:avLst/>
              <a:gdLst/>
              <a:ahLst/>
              <a:cxnLst/>
              <a:rect l="l" t="t" r="r" b="b"/>
              <a:pathLst>
                <a:path w="13441202" h="12454186">
                  <a:moveTo>
                    <a:pt x="0" y="0"/>
                  </a:moveTo>
                  <a:lnTo>
                    <a:pt x="13441202" y="0"/>
                  </a:lnTo>
                  <a:lnTo>
                    <a:pt x="13441202" y="12454186"/>
                  </a:lnTo>
                  <a:lnTo>
                    <a:pt x="0" y="12454186"/>
                  </a:lnTo>
                  <a:lnTo>
                    <a:pt x="0" y="0"/>
                  </a:lnTo>
                  <a:close/>
                </a:path>
              </a:pathLst>
            </a:custGeom>
            <a:blipFill>
              <a:blip>
                <a:alphaModFix amt="19999"/>
                <a:extLst>
                  <a:ext uri="{96DAC541-7B7A-43D3-8B79-37D633B846F1}">
                    <asvg:svgBlip xmlns:asvg="http://schemas.microsoft.com/office/drawing/2016/SVG/main" r:embed="rId2"/>
                  </a:ext>
                </a:extLst>
              </a:blip>
              <a:stretch>
                <a:fillRect l="-80892" b="-10303"/>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Freeform 4"/>
            <p:cNvSpPr>
              <a:spLocks noGrp="1" noRot="1" noMove="1" noResize="1" noEditPoints="1" noAdjustHandles="1" noChangeArrowheads="1" noChangeShapeType="1"/>
            </p:cNvSpPr>
            <p:nvPr/>
          </p:nvSpPr>
          <p:spPr>
            <a:xfrm rot="-3327934">
              <a:off x="2236061" y="9396089"/>
              <a:ext cx="14383134" cy="12990561"/>
            </a:xfrm>
            <a:custGeom>
              <a:avLst/>
              <a:gdLst/>
              <a:ahLst/>
              <a:cxnLst/>
              <a:rect l="l" t="t" r="r" b="b"/>
              <a:pathLst>
                <a:path w="14383134" h="12990561">
                  <a:moveTo>
                    <a:pt x="0" y="0"/>
                  </a:moveTo>
                  <a:lnTo>
                    <a:pt x="14383134" y="0"/>
                  </a:lnTo>
                  <a:lnTo>
                    <a:pt x="14383134" y="12990561"/>
                  </a:lnTo>
                  <a:lnTo>
                    <a:pt x="0" y="12990561"/>
                  </a:lnTo>
                  <a:lnTo>
                    <a:pt x="0" y="0"/>
                  </a:lnTo>
                  <a:close/>
                </a:path>
              </a:pathLst>
            </a:custGeom>
            <a:blipFill>
              <a:blip>
                <a:alphaModFix amt="19999"/>
                <a:extLst>
                  <a:ext uri="{96DAC541-7B7A-43D3-8B79-37D633B846F1}">
                    <asvg:svgBlip xmlns:asvg="http://schemas.microsoft.com/office/drawing/2016/SVG/main" r:embed="rId3"/>
                  </a:ext>
                </a:extLst>
              </a:blip>
              <a:stretch>
                <a:fillRect r="-59854"/>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Arial"/>
                <a:sym typeface="Arial"/>
              </a:endParaRPr>
            </a:p>
          </p:txBody>
        </p:sp>
      </p:grpSp>
      <p:grpSp>
        <p:nvGrpSpPr>
          <p:cNvPr id="5" name="Group 5"/>
          <p:cNvGrpSpPr>
            <a:grpSpLocks/>
          </p:cNvGrpSpPr>
          <p:nvPr/>
        </p:nvGrpSpPr>
        <p:grpSpPr>
          <a:xfrm>
            <a:off x="2082800" y="1352301"/>
            <a:ext cx="7975600" cy="3221495"/>
            <a:chOff x="-206533" y="0"/>
            <a:chExt cx="15951199" cy="6442991"/>
          </a:xfrm>
        </p:grpSpPr>
        <p:grpSp>
          <p:nvGrpSpPr>
            <p:cNvPr id="6" name="Group 6"/>
            <p:cNvGrpSpPr>
              <a:grpSpLocks/>
            </p:cNvGrpSpPr>
            <p:nvPr/>
          </p:nvGrpSpPr>
          <p:grpSpPr>
            <a:xfrm>
              <a:off x="2040963" y="1765775"/>
              <a:ext cx="1859618" cy="227135"/>
              <a:chOff x="0" y="0"/>
              <a:chExt cx="303257" cy="37040"/>
            </a:xfrm>
          </p:grpSpPr>
          <p:sp>
            <p:nvSpPr>
              <p:cNvPr id="7" name="Freeform 7"/>
              <p:cNvSpPr>
                <a:spLocks/>
              </p:cNvSpPr>
              <p:nvPr/>
            </p:nvSpPr>
            <p:spPr>
              <a:xfrm>
                <a:off x="0" y="0"/>
                <a:ext cx="303257" cy="37040"/>
              </a:xfrm>
              <a:custGeom>
                <a:avLst/>
                <a:gdLst/>
                <a:ahLst/>
                <a:cxnLst/>
                <a:rect l="l" t="t" r="r" b="b"/>
                <a:pathLst>
                  <a:path w="303257" h="37040">
                    <a:moveTo>
                      <a:pt x="0" y="0"/>
                    </a:moveTo>
                    <a:lnTo>
                      <a:pt x="303257" y="0"/>
                    </a:lnTo>
                    <a:lnTo>
                      <a:pt x="303257" y="37040"/>
                    </a:lnTo>
                    <a:lnTo>
                      <a:pt x="0" y="37040"/>
                    </a:lnTo>
                    <a:close/>
                  </a:path>
                </a:pathLst>
              </a:custGeom>
              <a:solidFill>
                <a:srgbClr val="EF730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8" name="TextBox 8"/>
              <p:cNvSpPr txBox="1">
                <a:spLocks/>
              </p:cNvSpPr>
              <p:nvPr/>
            </p:nvSpPr>
            <p:spPr>
              <a:xfrm>
                <a:off x="0" y="-9525"/>
                <a:ext cx="303257" cy="46565"/>
              </a:xfrm>
              <a:prstGeom prst="rect">
                <a:avLst/>
              </a:prstGeom>
            </p:spPr>
            <p:txBody>
              <a:bodyPr lIns="6449" tIns="6449" rIns="6449" bIns="6449" rtlCol="0" anchor="ctr"/>
              <a:lstStyle/>
              <a:p>
                <a:pPr marL="0" marR="0" lvl="0" indent="0" algn="ctr" defTabSz="609630" rtl="0" eaLnBrk="1" fontAlgn="auto" latinLnBrk="0" hangingPunct="1">
                  <a:lnSpc>
                    <a:spcPts val="375"/>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Arial"/>
                  <a:sym typeface="Arial"/>
                </a:endParaRPr>
              </a:p>
            </p:txBody>
          </p:sp>
        </p:grpSp>
        <p:grpSp>
          <p:nvGrpSpPr>
            <p:cNvPr id="9" name="Group 9"/>
            <p:cNvGrpSpPr>
              <a:grpSpLocks/>
            </p:cNvGrpSpPr>
            <p:nvPr/>
          </p:nvGrpSpPr>
          <p:grpSpPr>
            <a:xfrm>
              <a:off x="4705795" y="1041419"/>
              <a:ext cx="1859618" cy="227135"/>
              <a:chOff x="0" y="0"/>
              <a:chExt cx="303257" cy="37040"/>
            </a:xfrm>
          </p:grpSpPr>
          <p:sp>
            <p:nvSpPr>
              <p:cNvPr id="10" name="Freeform 10"/>
              <p:cNvSpPr>
                <a:spLocks/>
              </p:cNvSpPr>
              <p:nvPr/>
            </p:nvSpPr>
            <p:spPr>
              <a:xfrm>
                <a:off x="0" y="0"/>
                <a:ext cx="303257" cy="37040"/>
              </a:xfrm>
              <a:custGeom>
                <a:avLst/>
                <a:gdLst/>
                <a:ahLst/>
                <a:cxnLst/>
                <a:rect l="l" t="t" r="r" b="b"/>
                <a:pathLst>
                  <a:path w="303257" h="37040">
                    <a:moveTo>
                      <a:pt x="0" y="0"/>
                    </a:moveTo>
                    <a:lnTo>
                      <a:pt x="303257" y="0"/>
                    </a:lnTo>
                    <a:lnTo>
                      <a:pt x="303257" y="37040"/>
                    </a:lnTo>
                    <a:lnTo>
                      <a:pt x="0" y="37040"/>
                    </a:lnTo>
                    <a:close/>
                  </a:path>
                </a:pathLst>
              </a:custGeom>
              <a:solidFill>
                <a:srgbClr val="F19216"/>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1" name="TextBox 11"/>
              <p:cNvSpPr txBox="1">
                <a:spLocks/>
              </p:cNvSpPr>
              <p:nvPr/>
            </p:nvSpPr>
            <p:spPr>
              <a:xfrm>
                <a:off x="0" y="-9525"/>
                <a:ext cx="303257" cy="46565"/>
              </a:xfrm>
              <a:prstGeom prst="rect">
                <a:avLst/>
              </a:prstGeom>
            </p:spPr>
            <p:txBody>
              <a:bodyPr lIns="6449" tIns="6449" rIns="6449" bIns="6449" rtlCol="0" anchor="ctr"/>
              <a:lstStyle/>
              <a:p>
                <a:pPr marL="0" marR="0" lvl="0" indent="0" algn="ctr" defTabSz="609630" rtl="0" eaLnBrk="1" fontAlgn="auto" latinLnBrk="0" hangingPunct="1">
                  <a:lnSpc>
                    <a:spcPts val="375"/>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12" name="TextBox 12"/>
            <p:cNvSpPr txBox="1">
              <a:spLocks/>
            </p:cNvSpPr>
            <p:nvPr/>
          </p:nvSpPr>
          <p:spPr>
            <a:xfrm>
              <a:off x="-206533" y="2909504"/>
              <a:ext cx="15951199" cy="3324887"/>
            </a:xfrm>
            <a:prstGeom prst="rect">
              <a:avLst/>
            </a:prstGeom>
          </p:spPr>
          <p:txBody>
            <a:bodyPr wrap="square" lIns="0" tIns="0" rIns="0" bIns="0" rtlCol="0" anchor="t">
              <a:spAutoFit/>
            </a:bodyPr>
            <a:lstStyle/>
            <a:p>
              <a:pPr marL="0" marR="0" lvl="0" indent="0" algn="ctr" defTabSz="609630" rtl="0" eaLnBrk="1" fontAlgn="auto" latinLnBrk="0" hangingPunct="1">
                <a:lnSpc>
                  <a:spcPts val="13958"/>
                </a:lnSpc>
                <a:spcBef>
                  <a:spcPts val="0"/>
                </a:spcBef>
                <a:spcAft>
                  <a:spcPts val="0"/>
                </a:spcAft>
                <a:buClrTx/>
                <a:buSzTx/>
                <a:buFontTx/>
                <a:buNone/>
                <a:tabLst/>
                <a:defRPr/>
              </a:pPr>
              <a:r>
                <a:rPr kumimoji="0" lang="en-US" sz="9970" b="1" i="0" u="none" strike="noStrike" kern="1200" cap="none" spc="0" normalizeH="0" baseline="0" noProof="0" dirty="0">
                  <a:ln>
                    <a:noFill/>
                  </a:ln>
                  <a:solidFill>
                    <a:srgbClr val="FFFFFF"/>
                  </a:solidFill>
                  <a:effectLst/>
                  <a:uLnTx/>
                  <a:uFillTx/>
                  <a:latin typeface="Montserrat Bold"/>
                  <a:ea typeface="Montserrat Bold"/>
                  <a:cs typeface="Montserrat Bold"/>
                  <a:sym typeface="Montserrat Bold"/>
                </a:rPr>
                <a:t>GU DEP   ST</a:t>
              </a:r>
            </a:p>
          </p:txBody>
        </p:sp>
        <p:sp>
          <p:nvSpPr>
            <p:cNvPr id="13" name="Freeform 13"/>
            <p:cNvSpPr>
              <a:spLocks/>
            </p:cNvSpPr>
            <p:nvPr/>
          </p:nvSpPr>
          <p:spPr>
            <a:xfrm>
              <a:off x="1398217" y="0"/>
              <a:ext cx="5758410" cy="5758409"/>
            </a:xfrm>
            <a:custGeom>
              <a:avLst/>
              <a:gdLst/>
              <a:ahLst/>
              <a:cxnLst/>
              <a:rect l="l" t="t" r="r" b="b"/>
              <a:pathLst>
                <a:path w="5758409" h="5758409">
                  <a:moveTo>
                    <a:pt x="0" y="0"/>
                  </a:moveTo>
                  <a:lnTo>
                    <a:pt x="5758409" y="0"/>
                  </a:lnTo>
                  <a:lnTo>
                    <a:pt x="5758409" y="5758409"/>
                  </a:lnTo>
                  <a:lnTo>
                    <a:pt x="0" y="57584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4" name="Freeform 14"/>
            <p:cNvSpPr>
              <a:spLocks/>
            </p:cNvSpPr>
            <p:nvPr/>
          </p:nvSpPr>
          <p:spPr>
            <a:xfrm>
              <a:off x="10457690" y="3813025"/>
              <a:ext cx="1765698" cy="1794352"/>
            </a:xfrm>
            <a:custGeom>
              <a:avLst/>
              <a:gdLst/>
              <a:ahLst/>
              <a:cxnLst/>
              <a:rect l="l" t="t" r="r" b="b"/>
              <a:pathLst>
                <a:path w="1925747" h="1957000">
                  <a:moveTo>
                    <a:pt x="0" y="0"/>
                  </a:moveTo>
                  <a:lnTo>
                    <a:pt x="1925747" y="0"/>
                  </a:lnTo>
                  <a:lnTo>
                    <a:pt x="1925747" y="1956999"/>
                  </a:lnTo>
                  <a:lnTo>
                    <a:pt x="0" y="1956999"/>
                  </a:lnTo>
                  <a:lnTo>
                    <a:pt x="0" y="0"/>
                  </a:lnTo>
                  <a:close/>
                </a:path>
              </a:pathLst>
            </a:custGeom>
            <a:blipFill>
              <a:blip r:embed="rId5"/>
              <a:stretch>
                <a:fillRect r="-416789"/>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5" name="TextBox 15"/>
            <p:cNvSpPr txBox="1">
              <a:spLocks/>
            </p:cNvSpPr>
            <p:nvPr/>
          </p:nvSpPr>
          <p:spPr>
            <a:xfrm>
              <a:off x="-104933" y="5731897"/>
              <a:ext cx="15744665" cy="711094"/>
            </a:xfrm>
            <a:prstGeom prst="rect">
              <a:avLst/>
            </a:prstGeom>
          </p:spPr>
          <p:txBody>
            <a:bodyPr wrap="square" lIns="0" tIns="0" rIns="0" bIns="0" rtlCol="0" anchor="t">
              <a:spAutoFit/>
            </a:bodyPr>
            <a:lstStyle/>
            <a:p>
              <a:pPr marL="0" marR="0" lvl="0" indent="0" algn="ctr" defTabSz="609630" rtl="0" eaLnBrk="1" fontAlgn="auto" latinLnBrk="0" hangingPunct="1">
                <a:lnSpc>
                  <a:spcPts val="2963"/>
                </a:lnSpc>
                <a:spcBef>
                  <a:spcPct val="0"/>
                </a:spcBef>
                <a:spcAft>
                  <a:spcPts val="0"/>
                </a:spcAft>
                <a:buClrTx/>
                <a:buSzTx/>
                <a:buFontTx/>
                <a:buNone/>
                <a:tabLst/>
                <a:defRPr/>
              </a:pPr>
              <a:r>
                <a:rPr kumimoji="0" lang="en-US" sz="2116" b="0" i="0" u="none" strike="noStrike" kern="1200" cap="none" spc="51" normalizeH="0" baseline="0" noProof="0" dirty="0">
                  <a:ln>
                    <a:noFill/>
                  </a:ln>
                  <a:solidFill>
                    <a:srgbClr val="FFFFFF"/>
                  </a:solidFill>
                  <a:effectLst/>
                  <a:uLnTx/>
                  <a:uFillTx/>
                  <a:latin typeface="Montserrat"/>
                  <a:ea typeface="Montserrat"/>
                  <a:cs typeface="Montserrat"/>
                  <a:sym typeface="Montserrat"/>
                </a:rPr>
                <a:t>AE BUSINESS SOLUTIONS TECHNOLOGY CONFERENCE</a:t>
              </a:r>
            </a:p>
          </p:txBody>
        </p:sp>
      </p:grpSp>
      <p:sp>
        <p:nvSpPr>
          <p:cNvPr id="16" name="TextBox 16"/>
          <p:cNvSpPr txBox="1"/>
          <p:nvPr/>
        </p:nvSpPr>
        <p:spPr>
          <a:xfrm>
            <a:off x="685799" y="5598857"/>
            <a:ext cx="5410201" cy="273986"/>
          </a:xfrm>
          <a:prstGeom prst="rect">
            <a:avLst/>
          </a:prstGeom>
        </p:spPr>
        <p:txBody>
          <a:bodyPr wrap="square" lIns="0" tIns="0" rIns="0" bIns="0" rtlCol="0" anchor="t">
            <a:spAutoFit/>
          </a:bodyPr>
          <a:lstStyle/>
          <a:p>
            <a:pPr marL="0" marR="0" lvl="0" indent="0" algn="l" defTabSz="609630" rtl="0" eaLnBrk="1" fontAlgn="auto" latinLnBrk="0" hangingPunct="1">
              <a:lnSpc>
                <a:spcPts val="2333"/>
              </a:lnSpc>
              <a:spcBef>
                <a:spcPts val="0"/>
              </a:spcBef>
              <a:spcAft>
                <a:spcPts val="0"/>
              </a:spcAft>
              <a:buClrTx/>
              <a:buSzTx/>
              <a:buFontTx/>
              <a:buNone/>
              <a:tabLst/>
              <a:defRPr/>
            </a:pPr>
            <a:r>
              <a:rPr kumimoji="0" lang="en-US" sz="1666" b="0" i="0" u="none" strike="noStrike" kern="1200" cap="none" spc="0" normalizeH="0" baseline="0" noProof="0" dirty="0">
                <a:ln>
                  <a:noFill/>
                </a:ln>
                <a:solidFill>
                  <a:srgbClr val="FFFFFF"/>
                </a:solidFill>
                <a:effectLst/>
                <a:uLnTx/>
                <a:uFillTx/>
                <a:latin typeface="Montserrat"/>
                <a:ea typeface="Montserrat"/>
                <a:cs typeface="Montserrat"/>
                <a:sym typeface="Montserrat"/>
              </a:rPr>
              <a:t>NETWORK AUTOMATION IN THE AI ERA</a:t>
            </a:r>
          </a:p>
        </p:txBody>
      </p:sp>
      <p:sp>
        <p:nvSpPr>
          <p:cNvPr id="17" name="TextBox 17"/>
          <p:cNvSpPr txBox="1"/>
          <p:nvPr/>
        </p:nvSpPr>
        <p:spPr>
          <a:xfrm>
            <a:off x="7343030" y="5598857"/>
            <a:ext cx="4163171" cy="863891"/>
          </a:xfrm>
          <a:prstGeom prst="rect">
            <a:avLst/>
          </a:prstGeom>
        </p:spPr>
        <p:txBody>
          <a:bodyPr wrap="square" lIns="0" tIns="0" rIns="0" bIns="0" rtlCol="0" anchor="t">
            <a:spAutoFit/>
          </a:bodyPr>
          <a:lstStyle/>
          <a:p>
            <a:pPr marL="0" marR="0" lvl="0" indent="0" algn="r" defTabSz="609630" rtl="0" eaLnBrk="1" fontAlgn="auto" latinLnBrk="0" hangingPunct="1">
              <a:lnSpc>
                <a:spcPts val="2333"/>
              </a:lnSpc>
              <a:spcBef>
                <a:spcPts val="0"/>
              </a:spcBef>
              <a:spcAft>
                <a:spcPts val="0"/>
              </a:spcAft>
              <a:buClrTx/>
              <a:buSzTx/>
              <a:buFontTx/>
              <a:buNone/>
              <a:tabLst/>
              <a:defRPr/>
            </a:pPr>
            <a:r>
              <a:rPr kumimoji="0" lang="en-US" sz="1666" b="0" i="0" u="none" strike="noStrike" kern="1200" cap="none" spc="0" normalizeH="0" baseline="0" noProof="0" dirty="0">
                <a:ln>
                  <a:noFill/>
                </a:ln>
                <a:solidFill>
                  <a:srgbClr val="FFFFFF"/>
                </a:solidFill>
                <a:effectLst/>
                <a:uLnTx/>
                <a:uFillTx/>
                <a:latin typeface="Montserrat"/>
                <a:ea typeface="Montserrat"/>
                <a:cs typeface="Montserrat"/>
                <a:sym typeface="Montserrat"/>
              </a:rPr>
              <a:t>DAN PLACEK</a:t>
            </a:r>
          </a:p>
          <a:p>
            <a:pPr marL="0" marR="0" lvl="0" indent="0" algn="r" defTabSz="609630" rtl="0" eaLnBrk="1" fontAlgn="auto" latinLnBrk="0" hangingPunct="1">
              <a:lnSpc>
                <a:spcPts val="2333"/>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Montserrat"/>
                <a:ea typeface="Montserrat"/>
                <a:cs typeface="Montserrat"/>
                <a:sym typeface="Montserrat"/>
              </a:rPr>
              <a:t>PRINCIPAL SOLUTIONS ARCHITECT</a:t>
            </a:r>
          </a:p>
          <a:p>
            <a:pPr marL="0" marR="0" lvl="0" indent="0" algn="r" defTabSz="609630" rtl="0" eaLnBrk="1" fontAlgn="auto" latinLnBrk="0" hangingPunct="1">
              <a:lnSpc>
                <a:spcPts val="2333"/>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Montserrat"/>
                <a:ea typeface="Montserrat"/>
                <a:cs typeface="Montserrat"/>
                <a:sym typeface="Montserrat"/>
              </a:rPr>
              <a:t>NETOPS PRACTICE LEAD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A model for thinking about automation</a:t>
            </a:r>
            <a:endParaRPr lang="en-US" sz="3200" dirty="0"/>
          </a:p>
        </p:txBody>
      </p:sp>
      <p:sp>
        <p:nvSpPr>
          <p:cNvPr id="3" name="Text 1"/>
          <p:cNvSpPr/>
          <p:nvPr/>
        </p:nvSpPr>
        <p:spPr>
          <a:xfrm>
            <a:off x="812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Know</a:t>
            </a:r>
            <a:endParaRPr lang="en-US" sz="1600" dirty="0"/>
          </a:p>
        </p:txBody>
      </p:sp>
      <p:sp>
        <p:nvSpPr>
          <p:cNvPr id="4" name="Text 2"/>
          <p:cNvSpPr/>
          <p:nvPr/>
        </p:nvSpPr>
        <p:spPr>
          <a:xfrm>
            <a:off x="812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Intent and reality</a:t>
            </a:r>
            <a:endParaRPr lang="en-US" sz="1200" dirty="0"/>
          </a:p>
        </p:txBody>
      </p:sp>
      <p:sp>
        <p:nvSpPr>
          <p:cNvPr id="5" name="Text 3"/>
          <p:cNvSpPr/>
          <p:nvPr/>
        </p:nvSpPr>
        <p:spPr>
          <a:xfrm>
            <a:off x="815975"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Source of Truth</a:t>
            </a:r>
            <a:endParaRPr lang="en-US" sz="1200" dirty="0"/>
          </a:p>
        </p:txBody>
      </p:sp>
      <p:sp>
        <p:nvSpPr>
          <p:cNvPr id="6" name="Text 4"/>
          <p:cNvSpPr/>
          <p:nvPr/>
        </p:nvSpPr>
        <p:spPr>
          <a:xfrm>
            <a:off x="815975" y="326259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State Collection</a:t>
            </a:r>
            <a:endParaRPr lang="en-US" sz="1200" dirty="0"/>
          </a:p>
        </p:txBody>
      </p:sp>
      <p:sp>
        <p:nvSpPr>
          <p:cNvPr id="7" name="Text 5"/>
          <p:cNvSpPr/>
          <p:nvPr/>
        </p:nvSpPr>
        <p:spPr>
          <a:xfrm>
            <a:off x="815975" y="367915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Docs &amp; Reporting</a:t>
            </a:r>
            <a:endParaRPr lang="en-US" sz="1200" dirty="0"/>
          </a:p>
        </p:txBody>
      </p:sp>
      <p:sp>
        <p:nvSpPr>
          <p:cNvPr id="8" name="Text 6"/>
          <p:cNvSpPr/>
          <p:nvPr/>
        </p:nvSpPr>
        <p:spPr>
          <a:xfrm>
            <a:off x="2590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Change</a:t>
            </a:r>
            <a:endParaRPr lang="en-US" sz="1600" dirty="0"/>
          </a:p>
        </p:txBody>
      </p:sp>
      <p:sp>
        <p:nvSpPr>
          <p:cNvPr id="9" name="Text 7"/>
          <p:cNvSpPr/>
          <p:nvPr/>
        </p:nvSpPr>
        <p:spPr>
          <a:xfrm>
            <a:off x="2590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Make the change</a:t>
            </a:r>
            <a:endParaRPr lang="en-US" sz="1200" dirty="0"/>
          </a:p>
        </p:txBody>
      </p:sp>
      <p:sp>
        <p:nvSpPr>
          <p:cNvPr id="11" name="Text 9"/>
          <p:cNvSpPr/>
          <p:nvPr/>
        </p:nvSpPr>
        <p:spPr>
          <a:xfrm>
            <a:off x="2593975" y="325751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Declarative Config</a:t>
            </a:r>
            <a:endParaRPr lang="en-US" sz="1200" dirty="0"/>
          </a:p>
        </p:txBody>
      </p:sp>
      <p:sp>
        <p:nvSpPr>
          <p:cNvPr id="12" name="Text 10"/>
          <p:cNvSpPr/>
          <p:nvPr/>
        </p:nvSpPr>
        <p:spPr>
          <a:xfrm>
            <a:off x="2593975" y="367407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Zero-Touch Provisioning</a:t>
            </a:r>
            <a:endParaRPr lang="en-US" sz="1200" dirty="0"/>
          </a:p>
        </p:txBody>
      </p:sp>
      <p:sp>
        <p:nvSpPr>
          <p:cNvPr id="13" name="Text 11"/>
          <p:cNvSpPr/>
          <p:nvPr/>
        </p:nvSpPr>
        <p:spPr>
          <a:xfrm>
            <a:off x="2593975" y="42811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Service Orchestration</a:t>
            </a:r>
            <a:endParaRPr lang="en-US" sz="1200" dirty="0"/>
          </a:p>
        </p:txBody>
      </p:sp>
      <p:sp>
        <p:nvSpPr>
          <p:cNvPr id="14" name="Text 12"/>
          <p:cNvSpPr/>
          <p:nvPr/>
        </p:nvSpPr>
        <p:spPr>
          <a:xfrm>
            <a:off x="4368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Prove</a:t>
            </a:r>
            <a:endParaRPr lang="en-US" sz="1600" dirty="0"/>
          </a:p>
        </p:txBody>
      </p:sp>
      <p:sp>
        <p:nvSpPr>
          <p:cNvPr id="15" name="Text 13"/>
          <p:cNvSpPr/>
          <p:nvPr/>
        </p:nvSpPr>
        <p:spPr>
          <a:xfrm>
            <a:off x="4368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Will it work? Did it?</a:t>
            </a:r>
            <a:endParaRPr lang="en-US" sz="1200" dirty="0"/>
          </a:p>
        </p:txBody>
      </p:sp>
      <p:sp>
        <p:nvSpPr>
          <p:cNvPr id="16" name="Text 14"/>
          <p:cNvSpPr/>
          <p:nvPr/>
        </p:nvSpPr>
        <p:spPr>
          <a:xfrm>
            <a:off x="4371975" y="284603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Pre-Change Validation</a:t>
            </a:r>
            <a:endParaRPr lang="en-US" sz="1200" dirty="0"/>
          </a:p>
        </p:txBody>
      </p:sp>
      <p:sp>
        <p:nvSpPr>
          <p:cNvPr id="17" name="Text 15"/>
          <p:cNvSpPr/>
          <p:nvPr/>
        </p:nvSpPr>
        <p:spPr>
          <a:xfrm>
            <a:off x="4371975" y="345309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Post-Change Verification</a:t>
            </a:r>
            <a:endParaRPr lang="en-US" sz="1200" dirty="0"/>
          </a:p>
        </p:txBody>
      </p:sp>
      <p:sp>
        <p:nvSpPr>
          <p:cNvPr id="18" name="Text 16"/>
          <p:cNvSpPr/>
          <p:nvPr/>
        </p:nvSpPr>
        <p:spPr>
          <a:xfrm>
            <a:off x="4371975" y="406015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Compliance &amp; Audit</a:t>
            </a:r>
            <a:endParaRPr lang="en-US" sz="1200" dirty="0"/>
          </a:p>
        </p:txBody>
      </p:sp>
      <p:sp>
        <p:nvSpPr>
          <p:cNvPr id="19" name="Text 17"/>
          <p:cNvSpPr/>
          <p:nvPr/>
        </p:nvSpPr>
        <p:spPr>
          <a:xfrm>
            <a:off x="6146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React</a:t>
            </a:r>
            <a:endParaRPr lang="en-US" sz="1600" dirty="0"/>
          </a:p>
        </p:txBody>
      </p:sp>
      <p:sp>
        <p:nvSpPr>
          <p:cNvPr id="20" name="Text 18"/>
          <p:cNvSpPr/>
          <p:nvPr/>
        </p:nvSpPr>
        <p:spPr>
          <a:xfrm>
            <a:off x="6146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Act on events</a:t>
            </a:r>
            <a:endParaRPr lang="en-US" sz="1200" dirty="0"/>
          </a:p>
        </p:txBody>
      </p:sp>
      <p:sp>
        <p:nvSpPr>
          <p:cNvPr id="21" name="Text 19"/>
          <p:cNvSpPr/>
          <p:nvPr/>
        </p:nvSpPr>
        <p:spPr>
          <a:xfrm>
            <a:off x="6149975" y="284603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Event-Driven Remediation</a:t>
            </a:r>
            <a:endParaRPr lang="en-US" sz="1200" dirty="0"/>
          </a:p>
        </p:txBody>
      </p:sp>
      <p:sp>
        <p:nvSpPr>
          <p:cNvPr id="22" name="Text 20"/>
          <p:cNvSpPr/>
          <p:nvPr/>
        </p:nvSpPr>
        <p:spPr>
          <a:xfrm>
            <a:off x="6149975" y="345309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Diagnostic Automation</a:t>
            </a:r>
            <a:endParaRPr lang="en-US" sz="1200" dirty="0"/>
          </a:p>
        </p:txBody>
      </p:sp>
      <p:sp>
        <p:nvSpPr>
          <p:cNvPr id="23" name="Text 21"/>
          <p:cNvSpPr/>
          <p:nvPr/>
        </p:nvSpPr>
        <p:spPr>
          <a:xfrm>
            <a:off x="7924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Govern</a:t>
            </a:r>
            <a:endParaRPr lang="en-US" sz="1600" dirty="0"/>
          </a:p>
        </p:txBody>
      </p:sp>
      <p:sp>
        <p:nvSpPr>
          <p:cNvPr id="24" name="Text 22"/>
          <p:cNvSpPr/>
          <p:nvPr/>
        </p:nvSpPr>
        <p:spPr>
          <a:xfrm>
            <a:off x="7924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Stay in policy</a:t>
            </a:r>
            <a:endParaRPr lang="en-US" sz="1200" dirty="0"/>
          </a:p>
        </p:txBody>
      </p:sp>
      <p:sp>
        <p:nvSpPr>
          <p:cNvPr id="25" name="Text 23"/>
          <p:cNvSpPr/>
          <p:nvPr/>
        </p:nvSpPr>
        <p:spPr>
          <a:xfrm>
            <a:off x="7927975"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Lifecycle &amp; Risk</a:t>
            </a:r>
            <a:endParaRPr lang="en-US" sz="1200" dirty="0"/>
          </a:p>
        </p:txBody>
      </p:sp>
      <p:sp>
        <p:nvSpPr>
          <p:cNvPr id="26" name="Text 24"/>
          <p:cNvSpPr/>
          <p:nvPr/>
        </p:nvSpPr>
        <p:spPr>
          <a:xfrm>
            <a:off x="7927975" y="326259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Security Policy</a:t>
            </a:r>
            <a:endParaRPr lang="en-US" sz="1200" dirty="0"/>
          </a:p>
        </p:txBody>
      </p:sp>
      <p:sp>
        <p:nvSpPr>
          <p:cNvPr id="27" name="Text 25"/>
          <p:cNvSpPr/>
          <p:nvPr/>
        </p:nvSpPr>
        <p:spPr>
          <a:xfrm>
            <a:off x="9702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Serve</a:t>
            </a:r>
            <a:endParaRPr lang="en-US" sz="1600" dirty="0"/>
          </a:p>
        </p:txBody>
      </p:sp>
      <p:sp>
        <p:nvSpPr>
          <p:cNvPr id="28" name="Text 26"/>
          <p:cNvSpPr/>
          <p:nvPr/>
        </p:nvSpPr>
        <p:spPr>
          <a:xfrm>
            <a:off x="9702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Let others self-serve</a:t>
            </a:r>
            <a:endParaRPr lang="en-US" sz="1200" dirty="0"/>
          </a:p>
        </p:txBody>
      </p:sp>
      <p:sp>
        <p:nvSpPr>
          <p:cNvPr id="29" name="Text 27"/>
          <p:cNvSpPr/>
          <p:nvPr/>
        </p:nvSpPr>
        <p:spPr>
          <a:xfrm>
            <a:off x="9705975" y="2846035"/>
            <a:ext cx="1670050" cy="3467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Self-Service</a:t>
            </a:r>
            <a:endParaRPr lang="en-US" sz="1200" dirty="0"/>
          </a:p>
        </p:txBody>
      </p:sp>
      <p:sp>
        <p:nvSpPr>
          <p:cNvPr id="33" name="Text 9">
            <a:extLst>
              <a:ext uri="{FF2B5EF4-FFF2-40B4-BE49-F238E27FC236}">
                <a16:creationId xmlns:a16="http://schemas.microsoft.com/office/drawing/2014/main" id="{CAF46D06-59A1-622A-2358-BB44877FCFE6}"/>
              </a:ext>
            </a:extLst>
          </p:cNvPr>
          <p:cNvSpPr/>
          <p:nvPr/>
        </p:nvSpPr>
        <p:spPr>
          <a:xfrm>
            <a:off x="2590800"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Task Automation</a:t>
            </a:r>
            <a:endParaRPr lang="en-US" sz="1200" dirty="0"/>
          </a:p>
        </p:txBody>
      </p:sp>
      <p:sp>
        <p:nvSpPr>
          <p:cNvPr id="10" name="Text 27">
            <a:extLst>
              <a:ext uri="{FF2B5EF4-FFF2-40B4-BE49-F238E27FC236}">
                <a16:creationId xmlns:a16="http://schemas.microsoft.com/office/drawing/2014/main" id="{918F9ADE-07BD-1246-D5EB-DB40984D7DAB}"/>
              </a:ext>
            </a:extLst>
          </p:cNvPr>
          <p:cNvSpPr/>
          <p:nvPr/>
        </p:nvSpPr>
        <p:spPr>
          <a:xfrm>
            <a:off x="9702800" y="3257515"/>
            <a:ext cx="1670050" cy="3467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err="1">
                <a:solidFill>
                  <a:srgbClr val="13202F"/>
                </a:solidFill>
                <a:latin typeface="IBM Plex Sans" pitchFamily="34" charset="0"/>
                <a:ea typeface="IBM Plex Sans" pitchFamily="34" charset="-122"/>
                <a:cs typeface="IBM Plex Sans" pitchFamily="34" charset="-120"/>
              </a:rPr>
              <a:t>ChatOps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7E7B4-B82D-FA83-E76A-141069FFD6C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D7BBAC-B7AA-9E25-A014-9FB58B2B21BB}"/>
              </a:ext>
            </a:extLst>
          </p:cNvPr>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Automation is more than “scripts”</a:t>
            </a:r>
            <a:endParaRPr lang="en-US" sz="3200" dirty="0"/>
          </a:p>
        </p:txBody>
      </p:sp>
      <p:sp>
        <p:nvSpPr>
          <p:cNvPr id="3" name="Text 1">
            <a:extLst>
              <a:ext uri="{FF2B5EF4-FFF2-40B4-BE49-F238E27FC236}">
                <a16:creationId xmlns:a16="http://schemas.microsoft.com/office/drawing/2014/main" id="{7BE0018C-D094-C3DC-65E5-4363B8DED683}"/>
              </a:ext>
            </a:extLst>
          </p:cNvPr>
          <p:cNvSpPr/>
          <p:nvPr/>
        </p:nvSpPr>
        <p:spPr>
          <a:xfrm>
            <a:off x="812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Know</a:t>
            </a:r>
            <a:endParaRPr lang="en-US" sz="1600" dirty="0"/>
          </a:p>
        </p:txBody>
      </p:sp>
      <p:sp>
        <p:nvSpPr>
          <p:cNvPr id="4" name="Text 2">
            <a:extLst>
              <a:ext uri="{FF2B5EF4-FFF2-40B4-BE49-F238E27FC236}">
                <a16:creationId xmlns:a16="http://schemas.microsoft.com/office/drawing/2014/main" id="{D70C9BA2-EDB1-3D97-E28E-E5FAA6275BCF}"/>
              </a:ext>
            </a:extLst>
          </p:cNvPr>
          <p:cNvSpPr/>
          <p:nvPr/>
        </p:nvSpPr>
        <p:spPr>
          <a:xfrm>
            <a:off x="812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Intent and reality</a:t>
            </a:r>
            <a:endParaRPr lang="en-US" sz="1200" dirty="0"/>
          </a:p>
        </p:txBody>
      </p:sp>
      <p:sp>
        <p:nvSpPr>
          <p:cNvPr id="5" name="Text 3">
            <a:extLst>
              <a:ext uri="{FF2B5EF4-FFF2-40B4-BE49-F238E27FC236}">
                <a16:creationId xmlns:a16="http://schemas.microsoft.com/office/drawing/2014/main" id="{CC9FC917-FB88-08F1-DB39-4E5662A0DA0A}"/>
              </a:ext>
            </a:extLst>
          </p:cNvPr>
          <p:cNvSpPr/>
          <p:nvPr/>
        </p:nvSpPr>
        <p:spPr>
          <a:xfrm>
            <a:off x="815975"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Source of Truth</a:t>
            </a:r>
            <a:endParaRPr lang="en-US" sz="1200" dirty="0"/>
          </a:p>
        </p:txBody>
      </p:sp>
      <p:sp>
        <p:nvSpPr>
          <p:cNvPr id="6" name="Text 4">
            <a:extLst>
              <a:ext uri="{FF2B5EF4-FFF2-40B4-BE49-F238E27FC236}">
                <a16:creationId xmlns:a16="http://schemas.microsoft.com/office/drawing/2014/main" id="{9CEF9129-DB2D-23E2-9837-4A4AA30ECA82}"/>
              </a:ext>
            </a:extLst>
          </p:cNvPr>
          <p:cNvSpPr/>
          <p:nvPr/>
        </p:nvSpPr>
        <p:spPr>
          <a:xfrm>
            <a:off x="815975" y="326259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State Collection</a:t>
            </a:r>
            <a:endParaRPr lang="en-US" sz="1200" dirty="0"/>
          </a:p>
        </p:txBody>
      </p:sp>
      <p:sp>
        <p:nvSpPr>
          <p:cNvPr id="7" name="Text 5">
            <a:extLst>
              <a:ext uri="{FF2B5EF4-FFF2-40B4-BE49-F238E27FC236}">
                <a16:creationId xmlns:a16="http://schemas.microsoft.com/office/drawing/2014/main" id="{36AF1AA5-9BA7-4B9C-1D30-52D198ABB5CD}"/>
              </a:ext>
            </a:extLst>
          </p:cNvPr>
          <p:cNvSpPr/>
          <p:nvPr/>
        </p:nvSpPr>
        <p:spPr>
          <a:xfrm>
            <a:off x="815975" y="367915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Docs &amp; Reporting</a:t>
            </a:r>
            <a:endParaRPr lang="en-US" sz="1200" dirty="0"/>
          </a:p>
        </p:txBody>
      </p:sp>
      <p:sp>
        <p:nvSpPr>
          <p:cNvPr id="8" name="Text 6">
            <a:extLst>
              <a:ext uri="{FF2B5EF4-FFF2-40B4-BE49-F238E27FC236}">
                <a16:creationId xmlns:a16="http://schemas.microsoft.com/office/drawing/2014/main" id="{CF7CF6B6-C428-96F9-498F-94B7CD69F8E1}"/>
              </a:ext>
            </a:extLst>
          </p:cNvPr>
          <p:cNvSpPr/>
          <p:nvPr/>
        </p:nvSpPr>
        <p:spPr>
          <a:xfrm>
            <a:off x="2590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Change</a:t>
            </a:r>
            <a:endParaRPr lang="en-US" sz="1600" dirty="0"/>
          </a:p>
        </p:txBody>
      </p:sp>
      <p:sp>
        <p:nvSpPr>
          <p:cNvPr id="9" name="Text 7">
            <a:extLst>
              <a:ext uri="{FF2B5EF4-FFF2-40B4-BE49-F238E27FC236}">
                <a16:creationId xmlns:a16="http://schemas.microsoft.com/office/drawing/2014/main" id="{B83F9E41-F301-BB2C-DDD7-4D645925F705}"/>
              </a:ext>
            </a:extLst>
          </p:cNvPr>
          <p:cNvSpPr/>
          <p:nvPr/>
        </p:nvSpPr>
        <p:spPr>
          <a:xfrm>
            <a:off x="2590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Make the change</a:t>
            </a:r>
            <a:endParaRPr lang="en-US" sz="1200" dirty="0"/>
          </a:p>
        </p:txBody>
      </p:sp>
      <p:sp>
        <p:nvSpPr>
          <p:cNvPr id="10" name="Text 8">
            <a:extLst>
              <a:ext uri="{FF2B5EF4-FFF2-40B4-BE49-F238E27FC236}">
                <a16:creationId xmlns:a16="http://schemas.microsoft.com/office/drawing/2014/main" id="{5985B9D2-D396-8E67-8534-70DF568ACF7F}"/>
              </a:ext>
            </a:extLst>
          </p:cNvPr>
          <p:cNvSpPr/>
          <p:nvPr/>
        </p:nvSpPr>
        <p:spPr>
          <a:xfrm>
            <a:off x="2600325" y="2852385"/>
            <a:ext cx="1657350" cy="328930"/>
          </a:xfrm>
          <a:prstGeom prst="roundRect">
            <a:avLst>
              <a:gd name="adj" fmla="val 16409"/>
            </a:avLst>
          </a:prstGeom>
          <a:solidFill>
            <a:srgbClr val="FBEFE3"/>
          </a:solidFill>
          <a:ln w="19050">
            <a:solidFill>
              <a:srgbClr val="E07A2E"/>
            </a:solidFill>
            <a:prstDash val="solid"/>
          </a:ln>
        </p:spPr>
        <p:txBody>
          <a:bodyPr wrap="square" lIns="78806" tIns="53406" rIns="28006" bIns="2800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Task Automation</a:t>
            </a:r>
            <a:endParaRPr lang="en-US" sz="1200" dirty="0"/>
          </a:p>
        </p:txBody>
      </p:sp>
      <p:sp>
        <p:nvSpPr>
          <p:cNvPr id="11" name="Text 9">
            <a:extLst>
              <a:ext uri="{FF2B5EF4-FFF2-40B4-BE49-F238E27FC236}">
                <a16:creationId xmlns:a16="http://schemas.microsoft.com/office/drawing/2014/main" id="{58A48BCE-F794-9CB4-1AF9-E3B77B64C528}"/>
              </a:ext>
            </a:extLst>
          </p:cNvPr>
          <p:cNvSpPr/>
          <p:nvPr/>
        </p:nvSpPr>
        <p:spPr>
          <a:xfrm>
            <a:off x="2593975" y="325751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Declarative Config</a:t>
            </a:r>
            <a:endParaRPr lang="en-US" sz="1200" dirty="0"/>
          </a:p>
        </p:txBody>
      </p:sp>
      <p:sp>
        <p:nvSpPr>
          <p:cNvPr id="12" name="Text 10">
            <a:extLst>
              <a:ext uri="{FF2B5EF4-FFF2-40B4-BE49-F238E27FC236}">
                <a16:creationId xmlns:a16="http://schemas.microsoft.com/office/drawing/2014/main" id="{36B8E691-9593-E335-DC55-576B0030C8D0}"/>
              </a:ext>
            </a:extLst>
          </p:cNvPr>
          <p:cNvSpPr/>
          <p:nvPr/>
        </p:nvSpPr>
        <p:spPr>
          <a:xfrm>
            <a:off x="2593975" y="367407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Zero-Touch Provisioning</a:t>
            </a:r>
            <a:endParaRPr lang="en-US" sz="1200" dirty="0"/>
          </a:p>
        </p:txBody>
      </p:sp>
      <p:sp>
        <p:nvSpPr>
          <p:cNvPr id="13" name="Text 11">
            <a:extLst>
              <a:ext uri="{FF2B5EF4-FFF2-40B4-BE49-F238E27FC236}">
                <a16:creationId xmlns:a16="http://schemas.microsoft.com/office/drawing/2014/main" id="{DF8FF262-D079-E820-560F-3689C1BAD760}"/>
              </a:ext>
            </a:extLst>
          </p:cNvPr>
          <p:cNvSpPr/>
          <p:nvPr/>
        </p:nvSpPr>
        <p:spPr>
          <a:xfrm>
            <a:off x="2593975" y="42811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Service Orchestration</a:t>
            </a:r>
            <a:endParaRPr lang="en-US" sz="1200" dirty="0"/>
          </a:p>
        </p:txBody>
      </p:sp>
      <p:sp>
        <p:nvSpPr>
          <p:cNvPr id="14" name="Text 12">
            <a:extLst>
              <a:ext uri="{FF2B5EF4-FFF2-40B4-BE49-F238E27FC236}">
                <a16:creationId xmlns:a16="http://schemas.microsoft.com/office/drawing/2014/main" id="{0FA22666-45E9-DE8E-CF28-6C6D6D51279D}"/>
              </a:ext>
            </a:extLst>
          </p:cNvPr>
          <p:cNvSpPr/>
          <p:nvPr/>
        </p:nvSpPr>
        <p:spPr>
          <a:xfrm>
            <a:off x="4368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Prove</a:t>
            </a:r>
            <a:endParaRPr lang="en-US" sz="1600" dirty="0"/>
          </a:p>
        </p:txBody>
      </p:sp>
      <p:sp>
        <p:nvSpPr>
          <p:cNvPr id="15" name="Text 13">
            <a:extLst>
              <a:ext uri="{FF2B5EF4-FFF2-40B4-BE49-F238E27FC236}">
                <a16:creationId xmlns:a16="http://schemas.microsoft.com/office/drawing/2014/main" id="{51F22147-1DCA-55A0-C52F-377AEF243A1D}"/>
              </a:ext>
            </a:extLst>
          </p:cNvPr>
          <p:cNvSpPr/>
          <p:nvPr/>
        </p:nvSpPr>
        <p:spPr>
          <a:xfrm>
            <a:off x="4368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Will it work? Did it?</a:t>
            </a:r>
            <a:endParaRPr lang="en-US" sz="1200" dirty="0"/>
          </a:p>
        </p:txBody>
      </p:sp>
      <p:sp>
        <p:nvSpPr>
          <p:cNvPr id="16" name="Text 14">
            <a:extLst>
              <a:ext uri="{FF2B5EF4-FFF2-40B4-BE49-F238E27FC236}">
                <a16:creationId xmlns:a16="http://schemas.microsoft.com/office/drawing/2014/main" id="{9D8052A8-58B4-034F-81FF-B62A7CD5FC41}"/>
              </a:ext>
            </a:extLst>
          </p:cNvPr>
          <p:cNvSpPr/>
          <p:nvPr/>
        </p:nvSpPr>
        <p:spPr>
          <a:xfrm>
            <a:off x="4371975" y="284603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Pre-Change Validation</a:t>
            </a:r>
            <a:endParaRPr lang="en-US" sz="1200" dirty="0"/>
          </a:p>
        </p:txBody>
      </p:sp>
      <p:sp>
        <p:nvSpPr>
          <p:cNvPr id="17" name="Text 15">
            <a:extLst>
              <a:ext uri="{FF2B5EF4-FFF2-40B4-BE49-F238E27FC236}">
                <a16:creationId xmlns:a16="http://schemas.microsoft.com/office/drawing/2014/main" id="{842238DE-A6BD-6615-AAB1-1BE4C8A97CB0}"/>
              </a:ext>
            </a:extLst>
          </p:cNvPr>
          <p:cNvSpPr/>
          <p:nvPr/>
        </p:nvSpPr>
        <p:spPr>
          <a:xfrm>
            <a:off x="4371975" y="345309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Post-Change Verification</a:t>
            </a:r>
            <a:endParaRPr lang="en-US" sz="1200" dirty="0"/>
          </a:p>
        </p:txBody>
      </p:sp>
      <p:sp>
        <p:nvSpPr>
          <p:cNvPr id="18" name="Text 16">
            <a:extLst>
              <a:ext uri="{FF2B5EF4-FFF2-40B4-BE49-F238E27FC236}">
                <a16:creationId xmlns:a16="http://schemas.microsoft.com/office/drawing/2014/main" id="{22C5C095-4960-B1B3-2636-7BDF8C76ED7F}"/>
              </a:ext>
            </a:extLst>
          </p:cNvPr>
          <p:cNvSpPr/>
          <p:nvPr/>
        </p:nvSpPr>
        <p:spPr>
          <a:xfrm>
            <a:off x="4371975" y="406015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Compliance &amp; Audit</a:t>
            </a:r>
            <a:endParaRPr lang="en-US" sz="1200" dirty="0"/>
          </a:p>
        </p:txBody>
      </p:sp>
      <p:sp>
        <p:nvSpPr>
          <p:cNvPr id="19" name="Text 17">
            <a:extLst>
              <a:ext uri="{FF2B5EF4-FFF2-40B4-BE49-F238E27FC236}">
                <a16:creationId xmlns:a16="http://schemas.microsoft.com/office/drawing/2014/main" id="{C9FC47F1-331F-95FA-B8C7-E1BD9FFB36B8}"/>
              </a:ext>
            </a:extLst>
          </p:cNvPr>
          <p:cNvSpPr/>
          <p:nvPr/>
        </p:nvSpPr>
        <p:spPr>
          <a:xfrm>
            <a:off x="6146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React</a:t>
            </a:r>
            <a:endParaRPr lang="en-US" sz="1600" dirty="0"/>
          </a:p>
        </p:txBody>
      </p:sp>
      <p:sp>
        <p:nvSpPr>
          <p:cNvPr id="20" name="Text 18">
            <a:extLst>
              <a:ext uri="{FF2B5EF4-FFF2-40B4-BE49-F238E27FC236}">
                <a16:creationId xmlns:a16="http://schemas.microsoft.com/office/drawing/2014/main" id="{784B0023-D4AB-C02C-2D65-5ED9C1E344AA}"/>
              </a:ext>
            </a:extLst>
          </p:cNvPr>
          <p:cNvSpPr/>
          <p:nvPr/>
        </p:nvSpPr>
        <p:spPr>
          <a:xfrm>
            <a:off x="6146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Act on events</a:t>
            </a:r>
            <a:endParaRPr lang="en-US" sz="1200" dirty="0"/>
          </a:p>
        </p:txBody>
      </p:sp>
      <p:sp>
        <p:nvSpPr>
          <p:cNvPr id="21" name="Text 19">
            <a:extLst>
              <a:ext uri="{FF2B5EF4-FFF2-40B4-BE49-F238E27FC236}">
                <a16:creationId xmlns:a16="http://schemas.microsoft.com/office/drawing/2014/main" id="{6C0817A5-93AE-1259-F102-60444C7C02AE}"/>
              </a:ext>
            </a:extLst>
          </p:cNvPr>
          <p:cNvSpPr/>
          <p:nvPr/>
        </p:nvSpPr>
        <p:spPr>
          <a:xfrm>
            <a:off x="6149975" y="284603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Event-Driven Remediation</a:t>
            </a:r>
            <a:endParaRPr lang="en-US" sz="1200" dirty="0"/>
          </a:p>
        </p:txBody>
      </p:sp>
      <p:sp>
        <p:nvSpPr>
          <p:cNvPr id="22" name="Text 20">
            <a:extLst>
              <a:ext uri="{FF2B5EF4-FFF2-40B4-BE49-F238E27FC236}">
                <a16:creationId xmlns:a16="http://schemas.microsoft.com/office/drawing/2014/main" id="{F2D7BBE5-B67F-3992-046B-A46F18A6154E}"/>
              </a:ext>
            </a:extLst>
          </p:cNvPr>
          <p:cNvSpPr/>
          <p:nvPr/>
        </p:nvSpPr>
        <p:spPr>
          <a:xfrm>
            <a:off x="6149975" y="345309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Diagnostic Automation</a:t>
            </a:r>
            <a:endParaRPr lang="en-US" sz="1200" dirty="0"/>
          </a:p>
        </p:txBody>
      </p:sp>
      <p:sp>
        <p:nvSpPr>
          <p:cNvPr id="23" name="Text 21">
            <a:extLst>
              <a:ext uri="{FF2B5EF4-FFF2-40B4-BE49-F238E27FC236}">
                <a16:creationId xmlns:a16="http://schemas.microsoft.com/office/drawing/2014/main" id="{AF8A9D73-7224-220C-DE6C-91A1C8A68B47}"/>
              </a:ext>
            </a:extLst>
          </p:cNvPr>
          <p:cNvSpPr/>
          <p:nvPr/>
        </p:nvSpPr>
        <p:spPr>
          <a:xfrm>
            <a:off x="7924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Govern</a:t>
            </a:r>
            <a:endParaRPr lang="en-US" sz="1600" dirty="0"/>
          </a:p>
        </p:txBody>
      </p:sp>
      <p:sp>
        <p:nvSpPr>
          <p:cNvPr id="24" name="Text 22">
            <a:extLst>
              <a:ext uri="{FF2B5EF4-FFF2-40B4-BE49-F238E27FC236}">
                <a16:creationId xmlns:a16="http://schemas.microsoft.com/office/drawing/2014/main" id="{BD2A3421-FA20-E664-555A-2A9313E65DA6}"/>
              </a:ext>
            </a:extLst>
          </p:cNvPr>
          <p:cNvSpPr/>
          <p:nvPr/>
        </p:nvSpPr>
        <p:spPr>
          <a:xfrm>
            <a:off x="7924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Stay in policy</a:t>
            </a:r>
            <a:endParaRPr lang="en-US" sz="1200" dirty="0"/>
          </a:p>
        </p:txBody>
      </p:sp>
      <p:sp>
        <p:nvSpPr>
          <p:cNvPr id="25" name="Text 23">
            <a:extLst>
              <a:ext uri="{FF2B5EF4-FFF2-40B4-BE49-F238E27FC236}">
                <a16:creationId xmlns:a16="http://schemas.microsoft.com/office/drawing/2014/main" id="{88E35D34-8F4D-113F-6C63-29DA83372181}"/>
              </a:ext>
            </a:extLst>
          </p:cNvPr>
          <p:cNvSpPr/>
          <p:nvPr/>
        </p:nvSpPr>
        <p:spPr>
          <a:xfrm>
            <a:off x="7927975"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Lifecycle &amp; Risk</a:t>
            </a:r>
            <a:endParaRPr lang="en-US" sz="1200" dirty="0"/>
          </a:p>
        </p:txBody>
      </p:sp>
      <p:sp>
        <p:nvSpPr>
          <p:cNvPr id="26" name="Text 24">
            <a:extLst>
              <a:ext uri="{FF2B5EF4-FFF2-40B4-BE49-F238E27FC236}">
                <a16:creationId xmlns:a16="http://schemas.microsoft.com/office/drawing/2014/main" id="{BF069378-FF7E-384D-58B4-2B24ED8E28FE}"/>
              </a:ext>
            </a:extLst>
          </p:cNvPr>
          <p:cNvSpPr/>
          <p:nvPr/>
        </p:nvSpPr>
        <p:spPr>
          <a:xfrm>
            <a:off x="7927975" y="326259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Security Policy</a:t>
            </a:r>
            <a:endParaRPr lang="en-US" sz="1200" dirty="0"/>
          </a:p>
        </p:txBody>
      </p:sp>
      <p:sp>
        <p:nvSpPr>
          <p:cNvPr id="27" name="Text 25">
            <a:extLst>
              <a:ext uri="{FF2B5EF4-FFF2-40B4-BE49-F238E27FC236}">
                <a16:creationId xmlns:a16="http://schemas.microsoft.com/office/drawing/2014/main" id="{0314355E-82ED-9ED5-9556-C6CB65771379}"/>
              </a:ext>
            </a:extLst>
          </p:cNvPr>
          <p:cNvSpPr/>
          <p:nvPr/>
        </p:nvSpPr>
        <p:spPr>
          <a:xfrm>
            <a:off x="9702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Serve</a:t>
            </a:r>
            <a:endParaRPr lang="en-US" sz="1600" dirty="0"/>
          </a:p>
        </p:txBody>
      </p:sp>
      <p:sp>
        <p:nvSpPr>
          <p:cNvPr id="28" name="Text 26">
            <a:extLst>
              <a:ext uri="{FF2B5EF4-FFF2-40B4-BE49-F238E27FC236}">
                <a16:creationId xmlns:a16="http://schemas.microsoft.com/office/drawing/2014/main" id="{657C264C-35B7-CC04-DA74-79D598E4FDB4}"/>
              </a:ext>
            </a:extLst>
          </p:cNvPr>
          <p:cNvSpPr/>
          <p:nvPr/>
        </p:nvSpPr>
        <p:spPr>
          <a:xfrm>
            <a:off x="9702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Let others self-serve</a:t>
            </a:r>
            <a:endParaRPr lang="en-US" sz="1200" dirty="0"/>
          </a:p>
        </p:txBody>
      </p:sp>
      <p:sp>
        <p:nvSpPr>
          <p:cNvPr id="30" name="Text 27">
            <a:extLst>
              <a:ext uri="{FF2B5EF4-FFF2-40B4-BE49-F238E27FC236}">
                <a16:creationId xmlns:a16="http://schemas.microsoft.com/office/drawing/2014/main" id="{E520EBF8-7E1E-F369-0658-75744E533AE1}"/>
              </a:ext>
            </a:extLst>
          </p:cNvPr>
          <p:cNvSpPr/>
          <p:nvPr/>
        </p:nvSpPr>
        <p:spPr>
          <a:xfrm>
            <a:off x="9705975" y="2846035"/>
            <a:ext cx="1670050" cy="3467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Self-Service</a:t>
            </a:r>
            <a:endParaRPr lang="en-US" sz="1200" dirty="0"/>
          </a:p>
        </p:txBody>
      </p:sp>
      <p:sp>
        <p:nvSpPr>
          <p:cNvPr id="31" name="Text 27">
            <a:extLst>
              <a:ext uri="{FF2B5EF4-FFF2-40B4-BE49-F238E27FC236}">
                <a16:creationId xmlns:a16="http://schemas.microsoft.com/office/drawing/2014/main" id="{D1573787-1DEF-2034-E306-FEF813F6155C}"/>
              </a:ext>
            </a:extLst>
          </p:cNvPr>
          <p:cNvSpPr/>
          <p:nvPr/>
        </p:nvSpPr>
        <p:spPr>
          <a:xfrm>
            <a:off x="9702800" y="3257515"/>
            <a:ext cx="1670050" cy="3467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err="1">
                <a:solidFill>
                  <a:srgbClr val="13202F"/>
                </a:solidFill>
                <a:latin typeface="IBM Plex Sans" pitchFamily="34" charset="0"/>
                <a:ea typeface="IBM Plex Sans" pitchFamily="34" charset="-122"/>
                <a:cs typeface="IBM Plex Sans" pitchFamily="34" charset="-120"/>
              </a:rPr>
              <a:t>ChatOps</a:t>
            </a:r>
            <a:endParaRPr lang="en-US" sz="1200" dirty="0"/>
          </a:p>
        </p:txBody>
      </p:sp>
    </p:spTree>
    <p:extLst>
      <p:ext uri="{BB962C8B-B14F-4D97-AF65-F5344CB8AC3E}">
        <p14:creationId xmlns:p14="http://schemas.microsoft.com/office/powerpoint/2010/main" val="1500904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Automation &amp; Risk Quantification</a:t>
            </a:r>
            <a:endParaRPr lang="en-US" sz="3200" dirty="0"/>
          </a:p>
        </p:txBody>
      </p:sp>
      <p:sp>
        <p:nvSpPr>
          <p:cNvPr id="3" name="Shape 1"/>
          <p:cNvSpPr/>
          <p:nvPr/>
        </p:nvSpPr>
        <p:spPr>
          <a:xfrm>
            <a:off x="822325" y="1523366"/>
            <a:ext cx="5187950" cy="1545590"/>
          </a:xfrm>
          <a:prstGeom prst="roundRect">
            <a:avLst>
              <a:gd name="adj" fmla="val 5957"/>
            </a:avLst>
          </a:prstGeom>
          <a:solidFill>
            <a:srgbClr val="FBEFE3"/>
          </a:solidFill>
          <a:ln w="19050">
            <a:solidFill>
              <a:srgbClr val="E07A2E"/>
            </a:solidFill>
            <a:prstDash val="solid"/>
          </a:ln>
        </p:spPr>
        <p:txBody>
          <a:bodyPr/>
          <a:lstStyle/>
          <a:p>
            <a:endParaRPr lang="en-US"/>
          </a:p>
        </p:txBody>
      </p:sp>
      <p:sp>
        <p:nvSpPr>
          <p:cNvPr id="4" name="Text 2"/>
          <p:cNvSpPr/>
          <p:nvPr/>
        </p:nvSpPr>
        <p:spPr>
          <a:xfrm>
            <a:off x="1043940" y="1744980"/>
            <a:ext cx="4887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02F"/>
                </a:solidFill>
                <a:latin typeface="IBM Plex Sans" pitchFamily="34" charset="0"/>
                <a:ea typeface="IBM Plex Sans" pitchFamily="34" charset="-122"/>
                <a:cs typeface="IBM Plex Sans" pitchFamily="34" charset="-120"/>
              </a:rPr>
              <a:t>Read or write?</a:t>
            </a:r>
            <a:endParaRPr lang="en-US" sz="1800" dirty="0"/>
          </a:p>
        </p:txBody>
      </p:sp>
      <p:sp>
        <p:nvSpPr>
          <p:cNvPr id="5" name="Text 3"/>
          <p:cNvSpPr/>
          <p:nvPr/>
        </p:nvSpPr>
        <p:spPr>
          <a:xfrm>
            <a:off x="1043940" y="2095500"/>
            <a:ext cx="4887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02F"/>
                </a:solidFill>
                <a:latin typeface="IBM Plex Sans" pitchFamily="34" charset="0"/>
                <a:ea typeface="IBM Plex Sans" pitchFamily="34" charset="-122"/>
                <a:cs typeface="IBM Plex Sans" pitchFamily="34" charset="-120"/>
              </a:rPr>
              <a:t>Collecting, checking and reporting are read-only and low risk. Anything that writes needs the “Prove” wrapped around it.</a:t>
            </a:r>
            <a:endParaRPr lang="en-US" sz="1400" dirty="0"/>
          </a:p>
        </p:txBody>
      </p:sp>
      <p:sp>
        <p:nvSpPr>
          <p:cNvPr id="6" name="Shape 4"/>
          <p:cNvSpPr/>
          <p:nvPr/>
        </p:nvSpPr>
        <p:spPr>
          <a:xfrm>
            <a:off x="6175375" y="1517016"/>
            <a:ext cx="5200650" cy="1558290"/>
          </a:xfrm>
          <a:prstGeom prst="roundRect">
            <a:avLst>
              <a:gd name="adj" fmla="val 6316"/>
            </a:avLst>
          </a:prstGeom>
          <a:solidFill>
            <a:srgbClr val="FDFCF9"/>
          </a:solidFill>
          <a:ln w="6350">
            <a:solidFill>
              <a:srgbClr val="DDD8CC"/>
            </a:solidFill>
            <a:prstDash val="solid"/>
          </a:ln>
        </p:spPr>
        <p:txBody>
          <a:bodyPr/>
          <a:lstStyle/>
          <a:p>
            <a:endParaRPr lang="en-US"/>
          </a:p>
        </p:txBody>
      </p:sp>
      <p:sp>
        <p:nvSpPr>
          <p:cNvPr id="7" name="Text 5"/>
          <p:cNvSpPr/>
          <p:nvPr/>
        </p:nvSpPr>
        <p:spPr>
          <a:xfrm>
            <a:off x="6405880" y="1747520"/>
            <a:ext cx="488182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02F"/>
                </a:solidFill>
                <a:latin typeface="IBM Plex Sans" pitchFamily="34" charset="0"/>
                <a:ea typeface="IBM Plex Sans" pitchFamily="34" charset="-122"/>
                <a:cs typeface="IBM Plex Sans" pitchFamily="34" charset="-120"/>
              </a:rPr>
              <a:t>Script or target state?</a:t>
            </a:r>
            <a:endParaRPr lang="en-US" sz="1800" dirty="0"/>
          </a:p>
        </p:txBody>
      </p:sp>
      <p:sp>
        <p:nvSpPr>
          <p:cNvPr id="8" name="Text 6"/>
          <p:cNvSpPr/>
          <p:nvPr/>
        </p:nvSpPr>
        <p:spPr>
          <a:xfrm>
            <a:off x="6405880" y="2098041"/>
            <a:ext cx="4881829"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Imperative runs steps. Declarative sets a target (and code runs to make actual state match desired state).</a:t>
            </a:r>
            <a:endParaRPr lang="en-US" sz="1400" dirty="0"/>
          </a:p>
        </p:txBody>
      </p:sp>
      <p:sp>
        <p:nvSpPr>
          <p:cNvPr id="9" name="Shape 7"/>
          <p:cNvSpPr/>
          <p:nvPr/>
        </p:nvSpPr>
        <p:spPr>
          <a:xfrm>
            <a:off x="815975" y="3234055"/>
            <a:ext cx="5200650" cy="1309370"/>
          </a:xfrm>
          <a:prstGeom prst="roundRect">
            <a:avLst>
              <a:gd name="adj" fmla="val 7517"/>
            </a:avLst>
          </a:prstGeom>
          <a:solidFill>
            <a:srgbClr val="FDFCF9"/>
          </a:solidFill>
          <a:ln w="6350">
            <a:solidFill>
              <a:srgbClr val="DDD8CC"/>
            </a:solidFill>
            <a:prstDash val="solid"/>
          </a:ln>
        </p:spPr>
        <p:txBody>
          <a:bodyPr/>
          <a:lstStyle/>
          <a:p>
            <a:endParaRPr lang="en-US"/>
          </a:p>
        </p:txBody>
      </p:sp>
      <p:sp>
        <p:nvSpPr>
          <p:cNvPr id="10" name="Text 8"/>
          <p:cNvSpPr/>
          <p:nvPr/>
        </p:nvSpPr>
        <p:spPr>
          <a:xfrm>
            <a:off x="1046480" y="3464561"/>
            <a:ext cx="488182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02F"/>
                </a:solidFill>
                <a:latin typeface="IBM Plex Sans" pitchFamily="34" charset="0"/>
                <a:ea typeface="IBM Plex Sans" pitchFamily="34" charset="-122"/>
                <a:cs typeface="IBM Plex Sans" pitchFamily="34" charset="-120"/>
              </a:rPr>
              <a:t>What triggers it?</a:t>
            </a:r>
            <a:endParaRPr lang="en-US" sz="1800" dirty="0"/>
          </a:p>
        </p:txBody>
      </p:sp>
      <p:sp>
        <p:nvSpPr>
          <p:cNvPr id="11" name="Text 9"/>
          <p:cNvSpPr/>
          <p:nvPr/>
        </p:nvSpPr>
        <p:spPr>
          <a:xfrm>
            <a:off x="1046480" y="3815080"/>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On demand, on a schedule, on an event, or through a self-service request.</a:t>
            </a:r>
            <a:endParaRPr lang="en-US" sz="1400" dirty="0"/>
          </a:p>
        </p:txBody>
      </p:sp>
      <p:sp>
        <p:nvSpPr>
          <p:cNvPr id="12" name="Shape 10"/>
          <p:cNvSpPr/>
          <p:nvPr/>
        </p:nvSpPr>
        <p:spPr>
          <a:xfrm>
            <a:off x="6175375" y="3234055"/>
            <a:ext cx="5200650" cy="1309370"/>
          </a:xfrm>
          <a:prstGeom prst="roundRect">
            <a:avLst>
              <a:gd name="adj" fmla="val 7517"/>
            </a:avLst>
          </a:prstGeom>
          <a:solidFill>
            <a:srgbClr val="FDFCF9"/>
          </a:solidFill>
          <a:ln w="6350">
            <a:solidFill>
              <a:srgbClr val="DDD8CC"/>
            </a:solidFill>
            <a:prstDash val="solid"/>
          </a:ln>
        </p:spPr>
        <p:txBody>
          <a:bodyPr/>
          <a:lstStyle/>
          <a:p>
            <a:endParaRPr lang="en-US"/>
          </a:p>
        </p:txBody>
      </p:sp>
      <p:sp>
        <p:nvSpPr>
          <p:cNvPr id="13" name="Text 11"/>
          <p:cNvSpPr/>
          <p:nvPr/>
        </p:nvSpPr>
        <p:spPr>
          <a:xfrm>
            <a:off x="6405880" y="3464561"/>
            <a:ext cx="488182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02F"/>
                </a:solidFill>
                <a:latin typeface="IBM Plex Sans" pitchFamily="34" charset="0"/>
                <a:ea typeface="IBM Plex Sans" pitchFamily="34" charset="-122"/>
                <a:cs typeface="IBM Plex Sans" pitchFamily="34" charset="-120"/>
              </a:rPr>
              <a:t>How wide?</a:t>
            </a:r>
            <a:endParaRPr lang="en-US" sz="1800" dirty="0"/>
          </a:p>
        </p:txBody>
      </p:sp>
      <p:sp>
        <p:nvSpPr>
          <p:cNvPr id="14" name="Text 12"/>
          <p:cNvSpPr/>
          <p:nvPr/>
        </p:nvSpPr>
        <p:spPr>
          <a:xfrm>
            <a:off x="6405880" y="3815080"/>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One device, many devices, the whole network, DNS, IPAM, cloud?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52846"/>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What AI changed</a:t>
            </a:r>
            <a:r>
              <a:rPr lang="en-US" b="1" dirty="0"/>
              <a:t> (</a:t>
            </a:r>
            <a:r>
              <a:rPr lang="en-US" sz="3200" b="1" i="0" dirty="0">
                <a:solidFill>
                  <a:srgbClr val="13202F"/>
                </a:solidFill>
                <a:latin typeface="IBM Plex Sans" pitchFamily="34" charset="0"/>
                <a:ea typeface="IBM Plex Sans" pitchFamily="34" charset="-122"/>
                <a:cs typeface="IBM Plex Sans" pitchFamily="34" charset="-120"/>
              </a:rPr>
              <a:t>and what it didn’t)</a:t>
            </a:r>
            <a:endParaRPr lang="en-US" sz="3200" dirty="0"/>
          </a:p>
        </p:txBody>
      </p:sp>
      <p:sp>
        <p:nvSpPr>
          <p:cNvPr id="4" name="Shape 2"/>
          <p:cNvSpPr/>
          <p:nvPr/>
        </p:nvSpPr>
        <p:spPr>
          <a:xfrm>
            <a:off x="815975" y="1864847"/>
            <a:ext cx="5180330" cy="1800860"/>
          </a:xfrm>
          <a:prstGeom prst="roundRect">
            <a:avLst>
              <a:gd name="adj" fmla="val 5465"/>
            </a:avLst>
          </a:prstGeom>
          <a:solidFill>
            <a:srgbClr val="FDFCF9"/>
          </a:solidFill>
          <a:ln w="6350">
            <a:solidFill>
              <a:srgbClr val="DDD8CC"/>
            </a:solidFill>
            <a:prstDash val="solid"/>
          </a:ln>
        </p:spPr>
        <p:txBody>
          <a:bodyPr/>
          <a:lstStyle/>
          <a:p>
            <a:endParaRPr lang="en-US"/>
          </a:p>
        </p:txBody>
      </p:sp>
      <p:sp>
        <p:nvSpPr>
          <p:cNvPr id="5" name="Text 3"/>
          <p:cNvSpPr/>
          <p:nvPr/>
        </p:nvSpPr>
        <p:spPr>
          <a:xfrm>
            <a:off x="1071880" y="2120752"/>
            <a:ext cx="4808576" cy="330200"/>
          </a:xfrm>
          <a:prstGeom prst="rect">
            <a:avLst/>
          </a:prstGeom>
          <a:noFill/>
          <a:ln/>
        </p:spPr>
        <p:txBody>
          <a:bodyPr wrap="square" lIns="0" tIns="0" rIns="0" bIns="0" rtlCol="0" anchor="t">
            <a:normAutofit/>
          </a:bodyPr>
          <a:lstStyle/>
          <a:p>
            <a:pPr marL="0" indent="0" algn="l">
              <a:lnSpc>
                <a:spcPts val="2400"/>
              </a:lnSpc>
              <a:buNone/>
            </a:pPr>
            <a:r>
              <a:rPr lang="en-US" sz="2000" b="1" i="1" dirty="0">
                <a:solidFill>
                  <a:srgbClr val="13202F"/>
                </a:solidFill>
                <a:latin typeface="IBM Plex Sans" pitchFamily="34" charset="0"/>
                <a:ea typeface="IBM Plex Sans" pitchFamily="34" charset="-122"/>
                <a:cs typeface="IBM Plex Sans" pitchFamily="34" charset="-120"/>
              </a:rPr>
              <a:t>Really</a:t>
            </a:r>
            <a:r>
              <a:rPr lang="en-US" sz="2000" b="1" dirty="0">
                <a:solidFill>
                  <a:srgbClr val="13202F"/>
                </a:solidFill>
                <a:latin typeface="IBM Plex Sans" pitchFamily="34" charset="0"/>
                <a:ea typeface="IBM Plex Sans" pitchFamily="34" charset="-122"/>
                <a:cs typeface="IBM Plex Sans" pitchFamily="34" charset="-120"/>
              </a:rPr>
              <a:t> cheap now</a:t>
            </a:r>
            <a:endParaRPr lang="en-US" sz="2000" dirty="0"/>
          </a:p>
        </p:txBody>
      </p:sp>
      <p:sp>
        <p:nvSpPr>
          <p:cNvPr id="6" name="Text 4"/>
          <p:cNvSpPr/>
          <p:nvPr/>
        </p:nvSpPr>
        <p:spPr>
          <a:xfrm>
            <a:off x="1143000" y="2552552"/>
            <a:ext cx="4729836" cy="8826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46505C"/>
                </a:solidFill>
                <a:latin typeface="IBM Plex Sans" pitchFamily="34" charset="0"/>
                <a:ea typeface="IBM Plex Sans" pitchFamily="34" charset="-122"/>
                <a:cs typeface="IBM Plex Sans" pitchFamily="34" charset="-120"/>
              </a:rPr>
              <a:t>Writing scripts, templates and tests</a:t>
            </a:r>
            <a:endParaRPr lang="en-US" sz="1500" dirty="0"/>
          </a:p>
          <a:p>
            <a:pPr marL="182880" indent="-182880" algn="l">
              <a:lnSpc>
                <a:spcPts val="2250"/>
              </a:lnSpc>
              <a:buSzPct val="100000"/>
              <a:buChar char="•"/>
            </a:pPr>
            <a:r>
              <a:rPr lang="en-US" sz="1500" dirty="0">
                <a:solidFill>
                  <a:srgbClr val="46505C"/>
                </a:solidFill>
                <a:latin typeface="IBM Plex Sans" pitchFamily="34" charset="0"/>
                <a:ea typeface="IBM Plex Sans" pitchFamily="34" charset="-122"/>
                <a:cs typeface="IBM Plex Sans" pitchFamily="34" charset="-120"/>
              </a:rPr>
              <a:t>Reading vendor and library docs</a:t>
            </a:r>
            <a:endParaRPr lang="en-US" sz="1500" dirty="0"/>
          </a:p>
          <a:p>
            <a:pPr marL="182880" indent="-182880" algn="l">
              <a:lnSpc>
                <a:spcPts val="2250"/>
              </a:lnSpc>
              <a:buSzPct val="100000"/>
              <a:buChar char="•"/>
            </a:pPr>
            <a:r>
              <a:rPr lang="en-US" sz="1500" dirty="0">
                <a:solidFill>
                  <a:srgbClr val="46505C"/>
                </a:solidFill>
                <a:latin typeface="IBM Plex Sans" pitchFamily="34" charset="0"/>
                <a:ea typeface="IBM Plex Sans" pitchFamily="34" charset="-122"/>
                <a:cs typeface="IBM Plex Sans" pitchFamily="34" charset="-120"/>
              </a:rPr>
              <a:t>Explaining a diff in plain words</a:t>
            </a:r>
            <a:endParaRPr lang="en-US" sz="1500" dirty="0"/>
          </a:p>
        </p:txBody>
      </p:sp>
      <p:sp>
        <p:nvSpPr>
          <p:cNvPr id="7" name="Shape 5"/>
          <p:cNvSpPr/>
          <p:nvPr/>
        </p:nvSpPr>
        <p:spPr>
          <a:xfrm>
            <a:off x="6202680" y="1861672"/>
            <a:ext cx="5176520" cy="1807210"/>
          </a:xfrm>
          <a:prstGeom prst="roundRect">
            <a:avLst>
              <a:gd name="adj" fmla="val 5622"/>
            </a:avLst>
          </a:prstGeom>
          <a:solidFill>
            <a:srgbClr val="13202F"/>
          </a:solidFill>
          <a:ln/>
        </p:spPr>
        <p:txBody>
          <a:bodyPr/>
          <a:lstStyle/>
          <a:p>
            <a:endParaRPr lang="en-US"/>
          </a:p>
        </p:txBody>
      </p:sp>
      <p:sp>
        <p:nvSpPr>
          <p:cNvPr id="8" name="Text 6"/>
          <p:cNvSpPr/>
          <p:nvPr/>
        </p:nvSpPr>
        <p:spPr>
          <a:xfrm>
            <a:off x="6456680" y="2115672"/>
            <a:ext cx="48085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Easier, but still challenging</a:t>
            </a:r>
            <a:endParaRPr lang="en-US" sz="2000" dirty="0"/>
          </a:p>
        </p:txBody>
      </p:sp>
      <p:sp>
        <p:nvSpPr>
          <p:cNvPr id="9" name="Text 7"/>
          <p:cNvSpPr/>
          <p:nvPr/>
        </p:nvSpPr>
        <p:spPr>
          <a:xfrm>
            <a:off x="6527800" y="2547472"/>
            <a:ext cx="4729836" cy="8826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C3CCD6"/>
                </a:solidFill>
                <a:latin typeface="IBM Plex Sans" pitchFamily="34" charset="0"/>
                <a:ea typeface="IBM Plex Sans" pitchFamily="34" charset="-122"/>
                <a:cs typeface="IBM Plex Sans" pitchFamily="34" charset="-120"/>
              </a:rPr>
              <a:t>Intent you can trust: one source of truth</a:t>
            </a:r>
            <a:endParaRPr lang="en-US" sz="1500" dirty="0"/>
          </a:p>
          <a:p>
            <a:pPr marL="182880" indent="-182880" algn="l">
              <a:lnSpc>
                <a:spcPts val="2250"/>
              </a:lnSpc>
              <a:buSzPct val="100000"/>
              <a:buChar char="•"/>
            </a:pPr>
            <a:r>
              <a:rPr lang="en-US" sz="1500" dirty="0">
                <a:solidFill>
                  <a:srgbClr val="C3CCD6"/>
                </a:solidFill>
                <a:latin typeface="IBM Plex Sans" pitchFamily="34" charset="0"/>
                <a:ea typeface="IBM Plex Sans" pitchFamily="34" charset="-122"/>
                <a:cs typeface="IBM Plex Sans" pitchFamily="34" charset="-120"/>
              </a:rPr>
              <a:t>The right reviewer for each change</a:t>
            </a:r>
            <a:endParaRPr lang="en-US" sz="1500" dirty="0"/>
          </a:p>
          <a:p>
            <a:pPr marL="182880" indent="-182880" algn="l">
              <a:lnSpc>
                <a:spcPts val="2250"/>
              </a:lnSpc>
              <a:buSzPct val="100000"/>
              <a:buChar char="•"/>
            </a:pPr>
            <a:r>
              <a:rPr lang="en-US" sz="1500" dirty="0">
                <a:solidFill>
                  <a:srgbClr val="C3CCD6"/>
                </a:solidFill>
                <a:latin typeface="IBM Plex Sans" pitchFamily="34" charset="0"/>
                <a:ea typeface="IBM Plex Sans" pitchFamily="34" charset="-122"/>
                <a:cs typeface="IBM Plex Sans" pitchFamily="34" charset="-120"/>
              </a:rPr>
              <a:t>A safe, repeatable path to production</a:t>
            </a:r>
            <a:endParaRPr lang="en-US" sz="1500" dirty="0"/>
          </a:p>
        </p:txBody>
      </p:sp>
      <p:sp>
        <p:nvSpPr>
          <p:cNvPr id="10" name="Text 8"/>
          <p:cNvSpPr/>
          <p:nvPr/>
        </p:nvSpPr>
        <p:spPr>
          <a:xfrm>
            <a:off x="812800" y="4024483"/>
            <a:ext cx="10883392" cy="33401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3202F"/>
                </a:solidFill>
                <a:latin typeface="IBM Plex Sans" pitchFamily="34" charset="0"/>
                <a:ea typeface="IBM Plex Sans" pitchFamily="34" charset="-122"/>
                <a:cs typeface="IBM Plex Sans" pitchFamily="34" charset="-120"/>
              </a:rPr>
              <a:t>So, start where AI is safest: </a:t>
            </a:r>
            <a:r>
              <a:rPr lang="en-US" sz="1800" dirty="0">
                <a:solidFill>
                  <a:srgbClr val="B85A14"/>
                </a:solidFill>
                <a:latin typeface="IBM Plex Sans" pitchFamily="34" charset="0"/>
                <a:ea typeface="IBM Plex Sans" pitchFamily="34" charset="-122"/>
                <a:cs typeface="IBM Plex Sans" pitchFamily="34" charset="-120"/>
              </a:rPr>
              <a:t>read-only work on copies</a:t>
            </a:r>
            <a:r>
              <a:rPr lang="en-US" sz="1800" dirty="0">
                <a:solidFill>
                  <a:srgbClr val="13202F"/>
                </a:solidFill>
                <a:latin typeface="IBM Plex Sans" pitchFamily="34" charset="0"/>
                <a:ea typeface="IBM Plex Sans" pitchFamily="34" charset="-122"/>
                <a:cs typeface="IBM Plex Sans" pitchFamily="34" charset="-120"/>
              </a:rPr>
              <a:t> of your data.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My Recommendations on Getting Started</a:t>
            </a:r>
            <a:endParaRPr lang="en-US" sz="3200" dirty="0"/>
          </a:p>
        </p:txBody>
      </p:sp>
      <p:sp>
        <p:nvSpPr>
          <p:cNvPr id="3" name="Shape 1"/>
          <p:cNvSpPr/>
          <p:nvPr/>
        </p:nvSpPr>
        <p:spPr>
          <a:xfrm>
            <a:off x="812800" y="1763394"/>
            <a:ext cx="7010400" cy="0"/>
          </a:xfrm>
          <a:prstGeom prst="line">
            <a:avLst/>
          </a:prstGeom>
          <a:noFill/>
          <a:ln w="19050">
            <a:solidFill>
              <a:srgbClr val="2F5F8F"/>
            </a:solidFill>
            <a:prstDash val="solid"/>
          </a:ln>
        </p:spPr>
        <p:txBody>
          <a:bodyPr/>
          <a:lstStyle/>
          <a:p>
            <a:endParaRPr lang="en-US"/>
          </a:p>
        </p:txBody>
      </p:sp>
      <p:sp>
        <p:nvSpPr>
          <p:cNvPr id="4" name="Text 2"/>
          <p:cNvSpPr/>
          <p:nvPr/>
        </p:nvSpPr>
        <p:spPr>
          <a:xfrm>
            <a:off x="812800" y="1463039"/>
            <a:ext cx="722071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4E7A"/>
                </a:solidFill>
                <a:latin typeface="IBM Plex Sans" pitchFamily="34" charset="0"/>
                <a:ea typeface="IBM Plex Sans" pitchFamily="34" charset="-122"/>
                <a:cs typeface="IBM Plex Sans" pitchFamily="34" charset="-120"/>
              </a:rPr>
              <a:t>Read-only: safe-</a:t>
            </a:r>
            <a:r>
              <a:rPr lang="en-US" sz="1300" b="1" dirty="0" err="1">
                <a:solidFill>
                  <a:srgbClr val="1F4E7A"/>
                </a:solidFill>
                <a:latin typeface="IBM Plex Sans" pitchFamily="34" charset="0"/>
                <a:ea typeface="IBM Plex Sans" pitchFamily="34" charset="-122"/>
                <a:cs typeface="IBM Plex Sans" pitchFamily="34" charset="-120"/>
              </a:rPr>
              <a:t>ish</a:t>
            </a:r>
            <a:r>
              <a:rPr lang="en-US" sz="1300" b="1" dirty="0">
                <a:solidFill>
                  <a:srgbClr val="1F4E7A"/>
                </a:solidFill>
                <a:latin typeface="IBM Plex Sans" pitchFamily="34" charset="0"/>
                <a:ea typeface="IBM Plex Sans" pitchFamily="34" charset="-122"/>
                <a:cs typeface="IBM Plex Sans" pitchFamily="34" charset="-120"/>
              </a:rPr>
              <a:t> to use AI heavily</a:t>
            </a:r>
            <a:endParaRPr lang="en-US" sz="1300" dirty="0"/>
          </a:p>
        </p:txBody>
      </p:sp>
      <p:sp>
        <p:nvSpPr>
          <p:cNvPr id="5" name="Shape 3"/>
          <p:cNvSpPr/>
          <p:nvPr/>
        </p:nvSpPr>
        <p:spPr>
          <a:xfrm>
            <a:off x="7924800" y="1763394"/>
            <a:ext cx="3454400" cy="0"/>
          </a:xfrm>
          <a:prstGeom prst="line">
            <a:avLst/>
          </a:prstGeom>
          <a:noFill/>
          <a:ln w="19050">
            <a:solidFill>
              <a:srgbClr val="E07A2E"/>
            </a:solidFill>
            <a:prstDash val="solid"/>
          </a:ln>
        </p:spPr>
        <p:txBody>
          <a:bodyPr/>
          <a:lstStyle/>
          <a:p>
            <a:endParaRPr lang="en-US"/>
          </a:p>
        </p:txBody>
      </p:sp>
      <p:sp>
        <p:nvSpPr>
          <p:cNvPr id="6" name="Text 4"/>
          <p:cNvSpPr/>
          <p:nvPr/>
        </p:nvSpPr>
        <p:spPr>
          <a:xfrm>
            <a:off x="7924800" y="1463039"/>
            <a:ext cx="355803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3F0A"/>
                </a:solidFill>
                <a:latin typeface="IBM Plex Sans" pitchFamily="34" charset="0"/>
                <a:ea typeface="IBM Plex Sans" pitchFamily="34" charset="-122"/>
                <a:cs typeface="IBM Plex Sans" pitchFamily="34" charset="-120"/>
              </a:rPr>
              <a:t>Writes: add “Prove”</a:t>
            </a:r>
            <a:endParaRPr lang="en-US" sz="1300" dirty="0"/>
          </a:p>
        </p:txBody>
      </p:sp>
      <p:sp>
        <p:nvSpPr>
          <p:cNvPr id="7" name="Shape 5"/>
          <p:cNvSpPr/>
          <p:nvPr/>
        </p:nvSpPr>
        <p:spPr>
          <a:xfrm>
            <a:off x="815975" y="3513753"/>
            <a:ext cx="1670050" cy="1898650"/>
          </a:xfrm>
          <a:prstGeom prst="roundRect">
            <a:avLst>
              <a:gd name="adj" fmla="val 5133"/>
            </a:avLst>
          </a:prstGeom>
          <a:solidFill>
            <a:srgbClr val="E6EEF6"/>
          </a:solidFill>
          <a:ln w="6350">
            <a:solidFill>
              <a:srgbClr val="BCD0E4"/>
            </a:solidFill>
            <a:prstDash val="solid"/>
          </a:ln>
        </p:spPr>
        <p:txBody>
          <a:bodyPr/>
          <a:lstStyle/>
          <a:p>
            <a:endParaRPr lang="en-US"/>
          </a:p>
        </p:txBody>
      </p:sp>
      <p:sp>
        <p:nvSpPr>
          <p:cNvPr id="8" name="Text 6"/>
          <p:cNvSpPr/>
          <p:nvPr/>
        </p:nvSpPr>
        <p:spPr>
          <a:xfrm>
            <a:off x="944880" y="3642657"/>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5F8F"/>
                </a:solidFill>
                <a:latin typeface="JetBrains Mono" pitchFamily="49" charset="0"/>
                <a:ea typeface="JetBrains Mono" pitchFamily="49" charset="-122"/>
                <a:cs typeface="JetBrains Mono" pitchFamily="49" charset="-120"/>
              </a:rPr>
              <a:t>01</a:t>
            </a:r>
            <a:endParaRPr lang="en-US" sz="1200" dirty="0"/>
          </a:p>
        </p:txBody>
      </p:sp>
      <p:sp>
        <p:nvSpPr>
          <p:cNvPr id="9" name="Text 7"/>
          <p:cNvSpPr/>
          <p:nvPr/>
        </p:nvSpPr>
        <p:spPr>
          <a:xfrm>
            <a:off x="944880" y="3906818"/>
            <a:ext cx="146304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F"/>
                </a:solidFill>
                <a:latin typeface="IBM Plex Sans" pitchFamily="34" charset="0"/>
                <a:ea typeface="IBM Plex Sans" pitchFamily="34" charset="-122"/>
                <a:cs typeface="IBM Plex Sans" pitchFamily="34" charset="-120"/>
              </a:rPr>
              <a:t>Config analysis app</a:t>
            </a:r>
            <a:endParaRPr lang="en-US" sz="1500" dirty="0"/>
          </a:p>
        </p:txBody>
      </p:sp>
      <p:sp>
        <p:nvSpPr>
          <p:cNvPr id="10" name="Text 8"/>
          <p:cNvSpPr/>
          <p:nvPr/>
        </p:nvSpPr>
        <p:spPr>
          <a:xfrm>
            <a:off x="944880" y="4414818"/>
            <a:ext cx="153797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F4E7A"/>
                </a:solidFill>
                <a:latin typeface="IBM Plex Sans" pitchFamily="34" charset="0"/>
                <a:ea typeface="IBM Plex Sans" pitchFamily="34" charset="-122"/>
                <a:cs typeface="IBM Plex Sans" pitchFamily="34" charset="-120"/>
              </a:rPr>
              <a:t>None · offline copies</a:t>
            </a:r>
            <a:endParaRPr lang="en-US" sz="1200" dirty="0"/>
          </a:p>
        </p:txBody>
      </p:sp>
      <p:sp>
        <p:nvSpPr>
          <p:cNvPr id="11" name="Text 9"/>
          <p:cNvSpPr/>
          <p:nvPr/>
        </p:nvSpPr>
        <p:spPr>
          <a:xfrm>
            <a:off x="944880" y="4902496"/>
            <a:ext cx="146304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Know · Prove · Govern</a:t>
            </a:r>
            <a:endParaRPr lang="en-US" sz="1200" dirty="0"/>
          </a:p>
        </p:txBody>
      </p:sp>
      <p:sp>
        <p:nvSpPr>
          <p:cNvPr id="12" name="Shape 10"/>
          <p:cNvSpPr/>
          <p:nvPr/>
        </p:nvSpPr>
        <p:spPr>
          <a:xfrm>
            <a:off x="2593975" y="3259753"/>
            <a:ext cx="1670050" cy="2152650"/>
          </a:xfrm>
          <a:prstGeom prst="roundRect">
            <a:avLst>
              <a:gd name="adj" fmla="val 5133"/>
            </a:avLst>
          </a:prstGeom>
          <a:solidFill>
            <a:srgbClr val="E6EEF6"/>
          </a:solidFill>
          <a:ln w="6350">
            <a:solidFill>
              <a:srgbClr val="BCD0E4"/>
            </a:solidFill>
            <a:prstDash val="solid"/>
          </a:ln>
        </p:spPr>
        <p:txBody>
          <a:bodyPr/>
          <a:lstStyle/>
          <a:p>
            <a:endParaRPr lang="en-US"/>
          </a:p>
        </p:txBody>
      </p:sp>
      <p:sp>
        <p:nvSpPr>
          <p:cNvPr id="13" name="Text 11"/>
          <p:cNvSpPr/>
          <p:nvPr/>
        </p:nvSpPr>
        <p:spPr>
          <a:xfrm>
            <a:off x="2722880" y="3388657"/>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5F8F"/>
                </a:solidFill>
                <a:latin typeface="JetBrains Mono" pitchFamily="49" charset="0"/>
                <a:ea typeface="JetBrains Mono" pitchFamily="49" charset="-122"/>
                <a:cs typeface="JetBrains Mono" pitchFamily="49" charset="-120"/>
              </a:rPr>
              <a:t>02</a:t>
            </a:r>
            <a:endParaRPr lang="en-US" sz="1200" dirty="0"/>
          </a:p>
        </p:txBody>
      </p:sp>
      <p:sp>
        <p:nvSpPr>
          <p:cNvPr id="14" name="Text 12"/>
          <p:cNvSpPr/>
          <p:nvPr/>
        </p:nvSpPr>
        <p:spPr>
          <a:xfrm>
            <a:off x="2722880" y="3652818"/>
            <a:ext cx="14630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F"/>
                </a:solidFill>
                <a:latin typeface="IBM Plex Sans" pitchFamily="34" charset="0"/>
                <a:ea typeface="IBM Plex Sans" pitchFamily="34" charset="-122"/>
                <a:cs typeface="IBM Plex Sans" pitchFamily="34" charset="-120"/>
              </a:rPr>
              <a:t>AI-built labs</a:t>
            </a:r>
            <a:endParaRPr lang="en-US" sz="1500" dirty="0"/>
          </a:p>
        </p:txBody>
      </p:sp>
      <p:sp>
        <p:nvSpPr>
          <p:cNvPr id="15" name="Text 13"/>
          <p:cNvSpPr/>
          <p:nvPr/>
        </p:nvSpPr>
        <p:spPr>
          <a:xfrm>
            <a:off x="2722880" y="3932218"/>
            <a:ext cx="146304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F4E7A"/>
                </a:solidFill>
                <a:latin typeface="IBM Plex Sans" pitchFamily="34" charset="0"/>
                <a:ea typeface="IBM Plex Sans" pitchFamily="34" charset="-122"/>
                <a:cs typeface="IBM Plex Sans" pitchFamily="34" charset="-120"/>
              </a:rPr>
              <a:t>None to prod · lab only</a:t>
            </a:r>
            <a:endParaRPr lang="en-US" sz="1200" dirty="0"/>
          </a:p>
        </p:txBody>
      </p:sp>
      <p:sp>
        <p:nvSpPr>
          <p:cNvPr id="16" name="Text 14"/>
          <p:cNvSpPr/>
          <p:nvPr/>
        </p:nvSpPr>
        <p:spPr>
          <a:xfrm>
            <a:off x="2722880" y="5092996"/>
            <a:ext cx="14630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Prove</a:t>
            </a:r>
            <a:endParaRPr lang="en-US" sz="1200" dirty="0"/>
          </a:p>
        </p:txBody>
      </p:sp>
      <p:sp>
        <p:nvSpPr>
          <p:cNvPr id="17" name="Shape 15"/>
          <p:cNvSpPr/>
          <p:nvPr/>
        </p:nvSpPr>
        <p:spPr>
          <a:xfrm>
            <a:off x="4371975" y="3005753"/>
            <a:ext cx="1670050" cy="2406650"/>
          </a:xfrm>
          <a:prstGeom prst="roundRect">
            <a:avLst>
              <a:gd name="adj" fmla="val 5133"/>
            </a:avLst>
          </a:prstGeom>
          <a:solidFill>
            <a:srgbClr val="E6EEF6"/>
          </a:solidFill>
          <a:ln w="6350">
            <a:solidFill>
              <a:srgbClr val="BCD0E4"/>
            </a:solidFill>
            <a:prstDash val="solid"/>
          </a:ln>
        </p:spPr>
        <p:txBody>
          <a:bodyPr/>
          <a:lstStyle/>
          <a:p>
            <a:endParaRPr lang="en-US"/>
          </a:p>
        </p:txBody>
      </p:sp>
      <p:sp>
        <p:nvSpPr>
          <p:cNvPr id="18" name="Text 16"/>
          <p:cNvSpPr/>
          <p:nvPr/>
        </p:nvSpPr>
        <p:spPr>
          <a:xfrm>
            <a:off x="4500880" y="3134657"/>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5F8F"/>
                </a:solidFill>
                <a:latin typeface="JetBrains Mono" pitchFamily="49" charset="0"/>
                <a:ea typeface="JetBrains Mono" pitchFamily="49" charset="-122"/>
                <a:cs typeface="JetBrains Mono" pitchFamily="49" charset="-120"/>
              </a:rPr>
              <a:t>03</a:t>
            </a:r>
            <a:endParaRPr lang="en-US" sz="1200" dirty="0"/>
          </a:p>
        </p:txBody>
      </p:sp>
      <p:sp>
        <p:nvSpPr>
          <p:cNvPr id="19" name="Text 17"/>
          <p:cNvSpPr/>
          <p:nvPr/>
        </p:nvSpPr>
        <p:spPr>
          <a:xfrm>
            <a:off x="4500880" y="3398818"/>
            <a:ext cx="146304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F"/>
                </a:solidFill>
                <a:latin typeface="IBM Plex Sans" pitchFamily="34" charset="0"/>
                <a:ea typeface="IBM Plex Sans" pitchFamily="34" charset="-122"/>
                <a:cs typeface="IBM Plex Sans" pitchFamily="34" charset="-120"/>
              </a:rPr>
              <a:t>Config collection</a:t>
            </a:r>
            <a:endParaRPr lang="en-US" sz="1500" dirty="0"/>
          </a:p>
        </p:txBody>
      </p:sp>
      <p:sp>
        <p:nvSpPr>
          <p:cNvPr id="20" name="Text 18"/>
          <p:cNvSpPr/>
          <p:nvPr/>
        </p:nvSpPr>
        <p:spPr>
          <a:xfrm>
            <a:off x="4500880" y="3906818"/>
            <a:ext cx="146304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F4E7A"/>
                </a:solidFill>
                <a:latin typeface="IBM Plex Sans" pitchFamily="34" charset="0"/>
                <a:ea typeface="IBM Plex Sans" pitchFamily="34" charset="-122"/>
                <a:cs typeface="IBM Plex Sans" pitchFamily="34" charset="-120"/>
              </a:rPr>
              <a:t>Low · read-only account</a:t>
            </a:r>
            <a:endParaRPr lang="en-US" sz="1200" dirty="0"/>
          </a:p>
        </p:txBody>
      </p:sp>
      <p:sp>
        <p:nvSpPr>
          <p:cNvPr id="21" name="Text 19"/>
          <p:cNvSpPr/>
          <p:nvPr/>
        </p:nvSpPr>
        <p:spPr>
          <a:xfrm>
            <a:off x="4500880" y="5092996"/>
            <a:ext cx="14630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Know</a:t>
            </a:r>
            <a:endParaRPr lang="en-US" sz="1200" dirty="0"/>
          </a:p>
        </p:txBody>
      </p:sp>
      <p:sp>
        <p:nvSpPr>
          <p:cNvPr id="22" name="Shape 20"/>
          <p:cNvSpPr/>
          <p:nvPr/>
        </p:nvSpPr>
        <p:spPr>
          <a:xfrm>
            <a:off x="6149975" y="2751753"/>
            <a:ext cx="1670050" cy="2660650"/>
          </a:xfrm>
          <a:prstGeom prst="roundRect">
            <a:avLst>
              <a:gd name="adj" fmla="val 5133"/>
            </a:avLst>
          </a:prstGeom>
          <a:solidFill>
            <a:srgbClr val="E6EEF6"/>
          </a:solidFill>
          <a:ln w="6350">
            <a:solidFill>
              <a:srgbClr val="BCD0E4"/>
            </a:solidFill>
            <a:prstDash val="solid"/>
          </a:ln>
        </p:spPr>
        <p:txBody>
          <a:bodyPr/>
          <a:lstStyle/>
          <a:p>
            <a:endParaRPr lang="en-US"/>
          </a:p>
        </p:txBody>
      </p:sp>
      <p:sp>
        <p:nvSpPr>
          <p:cNvPr id="23" name="Text 21"/>
          <p:cNvSpPr/>
          <p:nvPr/>
        </p:nvSpPr>
        <p:spPr>
          <a:xfrm>
            <a:off x="6278880" y="2880657"/>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5F8F"/>
                </a:solidFill>
                <a:latin typeface="JetBrains Mono" pitchFamily="49" charset="0"/>
                <a:ea typeface="JetBrains Mono" pitchFamily="49" charset="-122"/>
                <a:cs typeface="JetBrains Mono" pitchFamily="49" charset="-120"/>
              </a:rPr>
              <a:t>04</a:t>
            </a:r>
            <a:endParaRPr lang="en-US" sz="1200" dirty="0"/>
          </a:p>
        </p:txBody>
      </p:sp>
      <p:sp>
        <p:nvSpPr>
          <p:cNvPr id="24" name="Text 22"/>
          <p:cNvSpPr/>
          <p:nvPr/>
        </p:nvSpPr>
        <p:spPr>
          <a:xfrm>
            <a:off x="6278880" y="3144818"/>
            <a:ext cx="146304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F"/>
                </a:solidFill>
                <a:latin typeface="IBM Plex Sans" pitchFamily="34" charset="0"/>
                <a:ea typeface="IBM Plex Sans" pitchFamily="34" charset="-122"/>
                <a:cs typeface="IBM Plex Sans" pitchFamily="34" charset="-120"/>
              </a:rPr>
              <a:t>Network unit tests</a:t>
            </a:r>
            <a:endParaRPr lang="en-US" sz="1500" dirty="0"/>
          </a:p>
        </p:txBody>
      </p:sp>
      <p:sp>
        <p:nvSpPr>
          <p:cNvPr id="25" name="Text 23"/>
          <p:cNvSpPr/>
          <p:nvPr/>
        </p:nvSpPr>
        <p:spPr>
          <a:xfrm>
            <a:off x="6278880" y="3652818"/>
            <a:ext cx="153797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F4E7A"/>
                </a:solidFill>
                <a:latin typeface="IBM Plex Sans" pitchFamily="34" charset="0"/>
                <a:ea typeface="IBM Plex Sans" pitchFamily="34" charset="-122"/>
                <a:cs typeface="IBM Plex Sans" pitchFamily="34" charset="-120"/>
              </a:rPr>
              <a:t>None · offline copies</a:t>
            </a:r>
            <a:endParaRPr lang="en-US" sz="1200" dirty="0"/>
          </a:p>
        </p:txBody>
      </p:sp>
      <p:sp>
        <p:nvSpPr>
          <p:cNvPr id="26" name="Text 24"/>
          <p:cNvSpPr/>
          <p:nvPr/>
        </p:nvSpPr>
        <p:spPr>
          <a:xfrm>
            <a:off x="6278880" y="5092996"/>
            <a:ext cx="14630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Prove · Govern</a:t>
            </a:r>
            <a:endParaRPr lang="en-US" sz="1200" dirty="0"/>
          </a:p>
        </p:txBody>
      </p:sp>
      <p:sp>
        <p:nvSpPr>
          <p:cNvPr id="27" name="Shape 25"/>
          <p:cNvSpPr/>
          <p:nvPr/>
        </p:nvSpPr>
        <p:spPr>
          <a:xfrm>
            <a:off x="7927975" y="2370753"/>
            <a:ext cx="1670050" cy="3041650"/>
          </a:xfrm>
          <a:prstGeom prst="roundRect">
            <a:avLst>
              <a:gd name="adj" fmla="val 5133"/>
            </a:avLst>
          </a:prstGeom>
          <a:solidFill>
            <a:srgbClr val="FBEFE3"/>
          </a:solidFill>
          <a:ln w="6350">
            <a:solidFill>
              <a:srgbClr val="F0C9A6"/>
            </a:solidFill>
            <a:prstDash val="solid"/>
          </a:ln>
        </p:spPr>
        <p:txBody>
          <a:bodyPr/>
          <a:lstStyle/>
          <a:p>
            <a:endParaRPr lang="en-US"/>
          </a:p>
        </p:txBody>
      </p:sp>
      <p:sp>
        <p:nvSpPr>
          <p:cNvPr id="28" name="Text 26"/>
          <p:cNvSpPr/>
          <p:nvPr/>
        </p:nvSpPr>
        <p:spPr>
          <a:xfrm>
            <a:off x="8056880" y="2499657"/>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05</a:t>
            </a:r>
            <a:endParaRPr lang="en-US" sz="1200" dirty="0"/>
          </a:p>
        </p:txBody>
      </p:sp>
      <p:sp>
        <p:nvSpPr>
          <p:cNvPr id="29" name="Text 27"/>
          <p:cNvSpPr/>
          <p:nvPr/>
        </p:nvSpPr>
        <p:spPr>
          <a:xfrm>
            <a:off x="8056880" y="2763818"/>
            <a:ext cx="146304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F"/>
                </a:solidFill>
                <a:latin typeface="IBM Plex Sans" pitchFamily="34" charset="0"/>
                <a:ea typeface="IBM Plex Sans" pitchFamily="34" charset="-122"/>
                <a:cs typeface="IBM Plex Sans" pitchFamily="34" charset="-120"/>
              </a:rPr>
              <a:t>Upgrade + state diff</a:t>
            </a:r>
            <a:endParaRPr lang="en-US" sz="1500" dirty="0"/>
          </a:p>
        </p:txBody>
      </p:sp>
      <p:sp>
        <p:nvSpPr>
          <p:cNvPr id="30" name="Text 28"/>
          <p:cNvSpPr/>
          <p:nvPr/>
        </p:nvSpPr>
        <p:spPr>
          <a:xfrm>
            <a:off x="8056880" y="3271818"/>
            <a:ext cx="146304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8A3F0A"/>
                </a:solidFill>
                <a:latin typeface="IBM Plex Sans" pitchFamily="34" charset="0"/>
                <a:ea typeface="IBM Plex Sans" pitchFamily="34" charset="-122"/>
                <a:cs typeface="IBM Plex Sans" pitchFamily="34" charset="-120"/>
              </a:rPr>
              <a:t>Medium · one device or pair</a:t>
            </a:r>
            <a:endParaRPr lang="en-US" sz="1200" dirty="0"/>
          </a:p>
        </p:txBody>
      </p:sp>
      <p:sp>
        <p:nvSpPr>
          <p:cNvPr id="31" name="Text 29"/>
          <p:cNvSpPr/>
          <p:nvPr/>
        </p:nvSpPr>
        <p:spPr>
          <a:xfrm>
            <a:off x="8056880" y="4902496"/>
            <a:ext cx="146304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Change · Prove · Govern</a:t>
            </a:r>
            <a:endParaRPr lang="en-US" sz="1200" dirty="0"/>
          </a:p>
        </p:txBody>
      </p:sp>
      <p:sp>
        <p:nvSpPr>
          <p:cNvPr id="32" name="Shape 30"/>
          <p:cNvSpPr/>
          <p:nvPr/>
        </p:nvSpPr>
        <p:spPr>
          <a:xfrm>
            <a:off x="9712325" y="1996103"/>
            <a:ext cx="1657350" cy="3409950"/>
          </a:xfrm>
          <a:prstGeom prst="roundRect">
            <a:avLst>
              <a:gd name="adj" fmla="val 4789"/>
            </a:avLst>
          </a:prstGeom>
          <a:solidFill>
            <a:srgbClr val="FBEFE3"/>
          </a:solidFill>
          <a:ln w="19050">
            <a:solidFill>
              <a:srgbClr val="E07A2E"/>
            </a:solidFill>
            <a:prstDash val="solid"/>
          </a:ln>
        </p:spPr>
        <p:txBody>
          <a:bodyPr/>
          <a:lstStyle/>
          <a:p>
            <a:endParaRPr lang="en-US"/>
          </a:p>
        </p:txBody>
      </p:sp>
      <p:sp>
        <p:nvSpPr>
          <p:cNvPr id="33" name="Text 31"/>
          <p:cNvSpPr/>
          <p:nvPr/>
        </p:nvSpPr>
        <p:spPr>
          <a:xfrm>
            <a:off x="9832340" y="2116118"/>
            <a:ext cx="14681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06</a:t>
            </a:r>
            <a:endParaRPr lang="en-US" sz="1200" dirty="0"/>
          </a:p>
        </p:txBody>
      </p:sp>
      <p:sp>
        <p:nvSpPr>
          <p:cNvPr id="34" name="Text 32"/>
          <p:cNvSpPr/>
          <p:nvPr/>
        </p:nvSpPr>
        <p:spPr>
          <a:xfrm>
            <a:off x="9832340" y="2380278"/>
            <a:ext cx="14681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F"/>
                </a:solidFill>
                <a:latin typeface="IBM Plex Sans" pitchFamily="34" charset="0"/>
                <a:ea typeface="IBM Plex Sans" pitchFamily="34" charset="-122"/>
                <a:cs typeface="IBM Plex Sans" pitchFamily="34" charset="-120"/>
              </a:rPr>
              <a:t>Source of truth</a:t>
            </a:r>
            <a:endParaRPr lang="en-US" sz="1500" dirty="0"/>
          </a:p>
        </p:txBody>
      </p:sp>
      <p:sp>
        <p:nvSpPr>
          <p:cNvPr id="35" name="Text 33"/>
          <p:cNvSpPr/>
          <p:nvPr/>
        </p:nvSpPr>
        <p:spPr>
          <a:xfrm>
            <a:off x="9832340" y="2659678"/>
            <a:ext cx="14681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8A3F0A"/>
                </a:solidFill>
                <a:latin typeface="IBM Plex Sans" pitchFamily="34" charset="0"/>
                <a:ea typeface="IBM Plex Sans" pitchFamily="34" charset="-122"/>
                <a:cs typeface="IBM Plex Sans" pitchFamily="34" charset="-120"/>
              </a:rPr>
              <a:t>Higher · the whole fleet</a:t>
            </a:r>
            <a:endParaRPr lang="en-US" sz="1200" dirty="0"/>
          </a:p>
        </p:txBody>
      </p:sp>
      <p:sp>
        <p:nvSpPr>
          <p:cNvPr id="36" name="Text 34"/>
          <p:cNvSpPr/>
          <p:nvPr/>
        </p:nvSpPr>
        <p:spPr>
          <a:xfrm>
            <a:off x="9832340" y="4905039"/>
            <a:ext cx="14681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Know · Change · Prove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72A20-6CEE-3B80-DDF9-B610C2EECD6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8764B6-FC36-4F2D-E35A-19CC7AC2E58A}"/>
              </a:ext>
            </a:extLst>
          </p:cNvPr>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Automation is more than “scripts”</a:t>
            </a:r>
            <a:endParaRPr lang="en-US" sz="3200" dirty="0"/>
          </a:p>
        </p:txBody>
      </p:sp>
      <p:sp>
        <p:nvSpPr>
          <p:cNvPr id="3" name="Text 1">
            <a:extLst>
              <a:ext uri="{FF2B5EF4-FFF2-40B4-BE49-F238E27FC236}">
                <a16:creationId xmlns:a16="http://schemas.microsoft.com/office/drawing/2014/main" id="{626C73DE-1FF0-A77C-F50C-7B13AFFFE2F5}"/>
              </a:ext>
            </a:extLst>
          </p:cNvPr>
          <p:cNvSpPr/>
          <p:nvPr/>
        </p:nvSpPr>
        <p:spPr>
          <a:xfrm>
            <a:off x="812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Know</a:t>
            </a:r>
            <a:endParaRPr lang="en-US" sz="1600" dirty="0"/>
          </a:p>
        </p:txBody>
      </p:sp>
      <p:sp>
        <p:nvSpPr>
          <p:cNvPr id="4" name="Text 2">
            <a:extLst>
              <a:ext uri="{FF2B5EF4-FFF2-40B4-BE49-F238E27FC236}">
                <a16:creationId xmlns:a16="http://schemas.microsoft.com/office/drawing/2014/main" id="{2D9C20D1-E182-8FE3-C5D4-B3A723BA8BF7}"/>
              </a:ext>
            </a:extLst>
          </p:cNvPr>
          <p:cNvSpPr/>
          <p:nvPr/>
        </p:nvSpPr>
        <p:spPr>
          <a:xfrm>
            <a:off x="812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Intent and reality</a:t>
            </a:r>
            <a:endParaRPr lang="en-US" sz="1200" dirty="0"/>
          </a:p>
        </p:txBody>
      </p:sp>
      <p:sp>
        <p:nvSpPr>
          <p:cNvPr id="5" name="Text 3">
            <a:extLst>
              <a:ext uri="{FF2B5EF4-FFF2-40B4-BE49-F238E27FC236}">
                <a16:creationId xmlns:a16="http://schemas.microsoft.com/office/drawing/2014/main" id="{9A85A579-1C1C-5BD4-A108-28F4D6B2B0BE}"/>
              </a:ext>
            </a:extLst>
          </p:cNvPr>
          <p:cNvSpPr/>
          <p:nvPr/>
        </p:nvSpPr>
        <p:spPr>
          <a:xfrm>
            <a:off x="815975"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Source of Truth</a:t>
            </a:r>
            <a:endParaRPr lang="en-US" sz="1200" dirty="0"/>
          </a:p>
        </p:txBody>
      </p:sp>
      <p:sp>
        <p:nvSpPr>
          <p:cNvPr id="6" name="Text 4">
            <a:extLst>
              <a:ext uri="{FF2B5EF4-FFF2-40B4-BE49-F238E27FC236}">
                <a16:creationId xmlns:a16="http://schemas.microsoft.com/office/drawing/2014/main" id="{21094003-B800-8429-0202-220AB96A5281}"/>
              </a:ext>
            </a:extLst>
          </p:cNvPr>
          <p:cNvSpPr/>
          <p:nvPr/>
        </p:nvSpPr>
        <p:spPr>
          <a:xfrm>
            <a:off x="815975" y="326259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State Collection</a:t>
            </a:r>
            <a:endParaRPr lang="en-US" sz="1200" dirty="0"/>
          </a:p>
        </p:txBody>
      </p:sp>
      <p:sp>
        <p:nvSpPr>
          <p:cNvPr id="7" name="Text 5">
            <a:extLst>
              <a:ext uri="{FF2B5EF4-FFF2-40B4-BE49-F238E27FC236}">
                <a16:creationId xmlns:a16="http://schemas.microsoft.com/office/drawing/2014/main" id="{A440B6FD-BC2C-B7CF-8033-61645CE527CD}"/>
              </a:ext>
            </a:extLst>
          </p:cNvPr>
          <p:cNvSpPr/>
          <p:nvPr/>
        </p:nvSpPr>
        <p:spPr>
          <a:xfrm>
            <a:off x="815975" y="367915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Docs &amp; Reporting</a:t>
            </a:r>
            <a:endParaRPr lang="en-US" sz="1200" dirty="0"/>
          </a:p>
        </p:txBody>
      </p:sp>
      <p:sp>
        <p:nvSpPr>
          <p:cNvPr id="8" name="Text 6">
            <a:extLst>
              <a:ext uri="{FF2B5EF4-FFF2-40B4-BE49-F238E27FC236}">
                <a16:creationId xmlns:a16="http://schemas.microsoft.com/office/drawing/2014/main" id="{7E918FAC-8D92-F2F8-53F3-1DF12877C5F1}"/>
              </a:ext>
            </a:extLst>
          </p:cNvPr>
          <p:cNvSpPr/>
          <p:nvPr/>
        </p:nvSpPr>
        <p:spPr>
          <a:xfrm>
            <a:off x="2590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Change</a:t>
            </a:r>
            <a:endParaRPr lang="en-US" sz="1600" dirty="0"/>
          </a:p>
        </p:txBody>
      </p:sp>
      <p:sp>
        <p:nvSpPr>
          <p:cNvPr id="9" name="Text 7">
            <a:extLst>
              <a:ext uri="{FF2B5EF4-FFF2-40B4-BE49-F238E27FC236}">
                <a16:creationId xmlns:a16="http://schemas.microsoft.com/office/drawing/2014/main" id="{02C9C046-AE80-9D52-B3E6-2C0DDB3A3CC5}"/>
              </a:ext>
            </a:extLst>
          </p:cNvPr>
          <p:cNvSpPr/>
          <p:nvPr/>
        </p:nvSpPr>
        <p:spPr>
          <a:xfrm>
            <a:off x="2590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Make the change</a:t>
            </a:r>
            <a:endParaRPr lang="en-US" sz="1200" dirty="0"/>
          </a:p>
        </p:txBody>
      </p:sp>
      <p:sp>
        <p:nvSpPr>
          <p:cNvPr id="11" name="Text 9">
            <a:extLst>
              <a:ext uri="{FF2B5EF4-FFF2-40B4-BE49-F238E27FC236}">
                <a16:creationId xmlns:a16="http://schemas.microsoft.com/office/drawing/2014/main" id="{8917EFFB-866B-7787-A4C8-22D278B7205B}"/>
              </a:ext>
            </a:extLst>
          </p:cNvPr>
          <p:cNvSpPr/>
          <p:nvPr/>
        </p:nvSpPr>
        <p:spPr>
          <a:xfrm>
            <a:off x="2593975" y="325751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Declarative Config</a:t>
            </a:r>
            <a:endParaRPr lang="en-US" sz="1200" dirty="0"/>
          </a:p>
        </p:txBody>
      </p:sp>
      <p:sp>
        <p:nvSpPr>
          <p:cNvPr id="12" name="Text 10">
            <a:extLst>
              <a:ext uri="{FF2B5EF4-FFF2-40B4-BE49-F238E27FC236}">
                <a16:creationId xmlns:a16="http://schemas.microsoft.com/office/drawing/2014/main" id="{2FC05EB8-1DB6-A34E-1345-8E219B94874F}"/>
              </a:ext>
            </a:extLst>
          </p:cNvPr>
          <p:cNvSpPr/>
          <p:nvPr/>
        </p:nvSpPr>
        <p:spPr>
          <a:xfrm>
            <a:off x="2593975" y="367407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Zero-Touch Provisioning</a:t>
            </a:r>
            <a:endParaRPr lang="en-US" sz="1200" dirty="0"/>
          </a:p>
        </p:txBody>
      </p:sp>
      <p:sp>
        <p:nvSpPr>
          <p:cNvPr id="13" name="Text 11">
            <a:extLst>
              <a:ext uri="{FF2B5EF4-FFF2-40B4-BE49-F238E27FC236}">
                <a16:creationId xmlns:a16="http://schemas.microsoft.com/office/drawing/2014/main" id="{6421D08D-6B66-01E5-8616-895A745CEC03}"/>
              </a:ext>
            </a:extLst>
          </p:cNvPr>
          <p:cNvSpPr/>
          <p:nvPr/>
        </p:nvSpPr>
        <p:spPr>
          <a:xfrm>
            <a:off x="2593975" y="42811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Service Orchestration</a:t>
            </a:r>
            <a:endParaRPr lang="en-US" sz="1200" dirty="0"/>
          </a:p>
        </p:txBody>
      </p:sp>
      <p:sp>
        <p:nvSpPr>
          <p:cNvPr id="14" name="Text 12">
            <a:extLst>
              <a:ext uri="{FF2B5EF4-FFF2-40B4-BE49-F238E27FC236}">
                <a16:creationId xmlns:a16="http://schemas.microsoft.com/office/drawing/2014/main" id="{10686EF1-D040-F355-F057-1C3107BCF4FF}"/>
              </a:ext>
            </a:extLst>
          </p:cNvPr>
          <p:cNvSpPr/>
          <p:nvPr/>
        </p:nvSpPr>
        <p:spPr>
          <a:xfrm>
            <a:off x="4368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Prove</a:t>
            </a:r>
            <a:endParaRPr lang="en-US" sz="1600" dirty="0"/>
          </a:p>
        </p:txBody>
      </p:sp>
      <p:sp>
        <p:nvSpPr>
          <p:cNvPr id="15" name="Text 13">
            <a:extLst>
              <a:ext uri="{FF2B5EF4-FFF2-40B4-BE49-F238E27FC236}">
                <a16:creationId xmlns:a16="http://schemas.microsoft.com/office/drawing/2014/main" id="{07352D3A-21F9-D3C5-7BE5-07A61F334492}"/>
              </a:ext>
            </a:extLst>
          </p:cNvPr>
          <p:cNvSpPr/>
          <p:nvPr/>
        </p:nvSpPr>
        <p:spPr>
          <a:xfrm>
            <a:off x="4368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Will it work? Did it?</a:t>
            </a:r>
            <a:endParaRPr lang="en-US" sz="1200" dirty="0"/>
          </a:p>
        </p:txBody>
      </p:sp>
      <p:sp>
        <p:nvSpPr>
          <p:cNvPr id="16" name="Text 14">
            <a:extLst>
              <a:ext uri="{FF2B5EF4-FFF2-40B4-BE49-F238E27FC236}">
                <a16:creationId xmlns:a16="http://schemas.microsoft.com/office/drawing/2014/main" id="{F0ECAB98-3F38-0E98-8ED9-4E36BF1F3EFC}"/>
              </a:ext>
            </a:extLst>
          </p:cNvPr>
          <p:cNvSpPr/>
          <p:nvPr/>
        </p:nvSpPr>
        <p:spPr>
          <a:xfrm>
            <a:off x="4371975" y="284603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Pre-Change Validation</a:t>
            </a:r>
            <a:endParaRPr lang="en-US" sz="1200" dirty="0"/>
          </a:p>
        </p:txBody>
      </p:sp>
      <p:sp>
        <p:nvSpPr>
          <p:cNvPr id="17" name="Text 15">
            <a:extLst>
              <a:ext uri="{FF2B5EF4-FFF2-40B4-BE49-F238E27FC236}">
                <a16:creationId xmlns:a16="http://schemas.microsoft.com/office/drawing/2014/main" id="{E1D2BFD8-5D15-7DCA-978D-58B54EAF9181}"/>
              </a:ext>
            </a:extLst>
          </p:cNvPr>
          <p:cNvSpPr/>
          <p:nvPr/>
        </p:nvSpPr>
        <p:spPr>
          <a:xfrm>
            <a:off x="4371975" y="345309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Post-Change Verification</a:t>
            </a:r>
            <a:endParaRPr lang="en-US" sz="1200" dirty="0"/>
          </a:p>
        </p:txBody>
      </p:sp>
      <p:sp>
        <p:nvSpPr>
          <p:cNvPr id="18" name="Text 16">
            <a:extLst>
              <a:ext uri="{FF2B5EF4-FFF2-40B4-BE49-F238E27FC236}">
                <a16:creationId xmlns:a16="http://schemas.microsoft.com/office/drawing/2014/main" id="{D48FF2DB-7391-28B1-DCE3-8D1DD1B9B0D1}"/>
              </a:ext>
            </a:extLst>
          </p:cNvPr>
          <p:cNvSpPr/>
          <p:nvPr/>
        </p:nvSpPr>
        <p:spPr>
          <a:xfrm>
            <a:off x="4371975" y="406015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Compliance &amp; Audit</a:t>
            </a:r>
            <a:endParaRPr lang="en-US" sz="1200" dirty="0"/>
          </a:p>
        </p:txBody>
      </p:sp>
      <p:sp>
        <p:nvSpPr>
          <p:cNvPr id="19" name="Text 17">
            <a:extLst>
              <a:ext uri="{FF2B5EF4-FFF2-40B4-BE49-F238E27FC236}">
                <a16:creationId xmlns:a16="http://schemas.microsoft.com/office/drawing/2014/main" id="{19F4B413-5969-469D-F624-5DBC9C7DD1DF}"/>
              </a:ext>
            </a:extLst>
          </p:cNvPr>
          <p:cNvSpPr/>
          <p:nvPr/>
        </p:nvSpPr>
        <p:spPr>
          <a:xfrm>
            <a:off x="6146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React</a:t>
            </a:r>
            <a:endParaRPr lang="en-US" sz="1600" dirty="0"/>
          </a:p>
        </p:txBody>
      </p:sp>
      <p:sp>
        <p:nvSpPr>
          <p:cNvPr id="20" name="Text 18">
            <a:extLst>
              <a:ext uri="{FF2B5EF4-FFF2-40B4-BE49-F238E27FC236}">
                <a16:creationId xmlns:a16="http://schemas.microsoft.com/office/drawing/2014/main" id="{8495795B-6706-AFAB-85D6-E56E84F34C26}"/>
              </a:ext>
            </a:extLst>
          </p:cNvPr>
          <p:cNvSpPr/>
          <p:nvPr/>
        </p:nvSpPr>
        <p:spPr>
          <a:xfrm>
            <a:off x="6146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Act on events</a:t>
            </a:r>
            <a:endParaRPr lang="en-US" sz="1200" dirty="0"/>
          </a:p>
        </p:txBody>
      </p:sp>
      <p:sp>
        <p:nvSpPr>
          <p:cNvPr id="21" name="Text 19">
            <a:extLst>
              <a:ext uri="{FF2B5EF4-FFF2-40B4-BE49-F238E27FC236}">
                <a16:creationId xmlns:a16="http://schemas.microsoft.com/office/drawing/2014/main" id="{CD8547AA-B00D-3FD9-54C3-0965A7B71CAA}"/>
              </a:ext>
            </a:extLst>
          </p:cNvPr>
          <p:cNvSpPr/>
          <p:nvPr/>
        </p:nvSpPr>
        <p:spPr>
          <a:xfrm>
            <a:off x="6149975" y="284603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Event-Driven Remediation</a:t>
            </a:r>
            <a:endParaRPr lang="en-US" sz="1200" dirty="0"/>
          </a:p>
        </p:txBody>
      </p:sp>
      <p:sp>
        <p:nvSpPr>
          <p:cNvPr id="22" name="Text 20">
            <a:extLst>
              <a:ext uri="{FF2B5EF4-FFF2-40B4-BE49-F238E27FC236}">
                <a16:creationId xmlns:a16="http://schemas.microsoft.com/office/drawing/2014/main" id="{181D050F-C8E9-3915-E04D-74BC05524415}"/>
              </a:ext>
            </a:extLst>
          </p:cNvPr>
          <p:cNvSpPr/>
          <p:nvPr/>
        </p:nvSpPr>
        <p:spPr>
          <a:xfrm>
            <a:off x="6149975" y="3453095"/>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Diagnostic Automation</a:t>
            </a:r>
            <a:endParaRPr lang="en-US" sz="1200" dirty="0"/>
          </a:p>
        </p:txBody>
      </p:sp>
      <p:sp>
        <p:nvSpPr>
          <p:cNvPr id="23" name="Text 21">
            <a:extLst>
              <a:ext uri="{FF2B5EF4-FFF2-40B4-BE49-F238E27FC236}">
                <a16:creationId xmlns:a16="http://schemas.microsoft.com/office/drawing/2014/main" id="{307B291F-E426-595B-66EC-510BE06FC02D}"/>
              </a:ext>
            </a:extLst>
          </p:cNvPr>
          <p:cNvSpPr/>
          <p:nvPr/>
        </p:nvSpPr>
        <p:spPr>
          <a:xfrm>
            <a:off x="7924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Govern</a:t>
            </a:r>
            <a:endParaRPr lang="en-US" sz="1600" dirty="0"/>
          </a:p>
        </p:txBody>
      </p:sp>
      <p:sp>
        <p:nvSpPr>
          <p:cNvPr id="24" name="Text 22">
            <a:extLst>
              <a:ext uri="{FF2B5EF4-FFF2-40B4-BE49-F238E27FC236}">
                <a16:creationId xmlns:a16="http://schemas.microsoft.com/office/drawing/2014/main" id="{B1C8DB63-BEE2-BD87-2A52-4B21F7B85AE0}"/>
              </a:ext>
            </a:extLst>
          </p:cNvPr>
          <p:cNvSpPr/>
          <p:nvPr/>
        </p:nvSpPr>
        <p:spPr>
          <a:xfrm>
            <a:off x="7924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Stay in policy</a:t>
            </a:r>
            <a:endParaRPr lang="en-US" sz="1200" dirty="0"/>
          </a:p>
        </p:txBody>
      </p:sp>
      <p:sp>
        <p:nvSpPr>
          <p:cNvPr id="25" name="Text 23">
            <a:extLst>
              <a:ext uri="{FF2B5EF4-FFF2-40B4-BE49-F238E27FC236}">
                <a16:creationId xmlns:a16="http://schemas.microsoft.com/office/drawing/2014/main" id="{E285FDFA-4867-A91C-D512-322F5F7BD00A}"/>
              </a:ext>
            </a:extLst>
          </p:cNvPr>
          <p:cNvSpPr/>
          <p:nvPr/>
        </p:nvSpPr>
        <p:spPr>
          <a:xfrm>
            <a:off x="7927975"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Lifecycle &amp; Risk</a:t>
            </a:r>
            <a:endParaRPr lang="en-US" sz="1200" dirty="0"/>
          </a:p>
        </p:txBody>
      </p:sp>
      <p:sp>
        <p:nvSpPr>
          <p:cNvPr id="26" name="Text 24">
            <a:extLst>
              <a:ext uri="{FF2B5EF4-FFF2-40B4-BE49-F238E27FC236}">
                <a16:creationId xmlns:a16="http://schemas.microsoft.com/office/drawing/2014/main" id="{1990ED17-0C92-DE9A-E5FC-05F814648575}"/>
              </a:ext>
            </a:extLst>
          </p:cNvPr>
          <p:cNvSpPr/>
          <p:nvPr/>
        </p:nvSpPr>
        <p:spPr>
          <a:xfrm>
            <a:off x="7927975" y="326259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Security Policy</a:t>
            </a:r>
            <a:endParaRPr lang="en-US" sz="1200" dirty="0"/>
          </a:p>
        </p:txBody>
      </p:sp>
      <p:sp>
        <p:nvSpPr>
          <p:cNvPr id="27" name="Text 25">
            <a:extLst>
              <a:ext uri="{FF2B5EF4-FFF2-40B4-BE49-F238E27FC236}">
                <a16:creationId xmlns:a16="http://schemas.microsoft.com/office/drawing/2014/main" id="{A1695EE4-D168-FAD6-A28A-35630F6A96C7}"/>
              </a:ext>
            </a:extLst>
          </p:cNvPr>
          <p:cNvSpPr/>
          <p:nvPr/>
        </p:nvSpPr>
        <p:spPr>
          <a:xfrm>
            <a:off x="9702800" y="2118960"/>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Serve</a:t>
            </a:r>
            <a:endParaRPr lang="en-US" sz="1600" dirty="0"/>
          </a:p>
        </p:txBody>
      </p:sp>
      <p:sp>
        <p:nvSpPr>
          <p:cNvPr id="28" name="Text 26">
            <a:extLst>
              <a:ext uri="{FF2B5EF4-FFF2-40B4-BE49-F238E27FC236}">
                <a16:creationId xmlns:a16="http://schemas.microsoft.com/office/drawing/2014/main" id="{3BBA9DD3-B73E-AFC0-E816-5E6F4F9EDE84}"/>
              </a:ext>
            </a:extLst>
          </p:cNvPr>
          <p:cNvSpPr/>
          <p:nvPr/>
        </p:nvSpPr>
        <p:spPr>
          <a:xfrm>
            <a:off x="9702800" y="2400900"/>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Let others self-serve</a:t>
            </a:r>
            <a:endParaRPr lang="en-US" sz="1200" dirty="0"/>
          </a:p>
        </p:txBody>
      </p:sp>
      <p:sp>
        <p:nvSpPr>
          <p:cNvPr id="33" name="Text 9">
            <a:extLst>
              <a:ext uri="{FF2B5EF4-FFF2-40B4-BE49-F238E27FC236}">
                <a16:creationId xmlns:a16="http://schemas.microsoft.com/office/drawing/2014/main" id="{8665CAEB-9874-3067-2748-901272EB81FA}"/>
              </a:ext>
            </a:extLst>
          </p:cNvPr>
          <p:cNvSpPr/>
          <p:nvPr/>
        </p:nvSpPr>
        <p:spPr>
          <a:xfrm>
            <a:off x="2590800" y="2846035"/>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Task Automation</a:t>
            </a:r>
            <a:endParaRPr lang="en-US" sz="1200" dirty="0"/>
          </a:p>
        </p:txBody>
      </p:sp>
      <p:sp>
        <p:nvSpPr>
          <p:cNvPr id="10" name="Text 27">
            <a:extLst>
              <a:ext uri="{FF2B5EF4-FFF2-40B4-BE49-F238E27FC236}">
                <a16:creationId xmlns:a16="http://schemas.microsoft.com/office/drawing/2014/main" id="{0DA0DF22-2EDD-DFE2-AAF2-0A956F2BC6BB}"/>
              </a:ext>
            </a:extLst>
          </p:cNvPr>
          <p:cNvSpPr/>
          <p:nvPr/>
        </p:nvSpPr>
        <p:spPr>
          <a:xfrm>
            <a:off x="9705975" y="2846035"/>
            <a:ext cx="1670050" cy="3467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Self-Service</a:t>
            </a:r>
            <a:endParaRPr lang="en-US" sz="1200" dirty="0"/>
          </a:p>
        </p:txBody>
      </p:sp>
      <p:sp>
        <p:nvSpPr>
          <p:cNvPr id="30" name="Text 27">
            <a:extLst>
              <a:ext uri="{FF2B5EF4-FFF2-40B4-BE49-F238E27FC236}">
                <a16:creationId xmlns:a16="http://schemas.microsoft.com/office/drawing/2014/main" id="{965AF28C-0797-3E05-5AEA-7AC981047DC5}"/>
              </a:ext>
            </a:extLst>
          </p:cNvPr>
          <p:cNvSpPr/>
          <p:nvPr/>
        </p:nvSpPr>
        <p:spPr>
          <a:xfrm>
            <a:off x="9702800" y="3257515"/>
            <a:ext cx="1670050" cy="3467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err="1">
                <a:solidFill>
                  <a:srgbClr val="13202F"/>
                </a:solidFill>
                <a:latin typeface="IBM Plex Sans" pitchFamily="34" charset="0"/>
                <a:ea typeface="IBM Plex Sans" pitchFamily="34" charset="-122"/>
                <a:cs typeface="IBM Plex Sans" pitchFamily="34" charset="-120"/>
              </a:rPr>
              <a:t>ChatOps</a:t>
            </a:r>
            <a:endParaRPr lang="en-US" sz="1200" dirty="0"/>
          </a:p>
        </p:txBody>
      </p:sp>
    </p:spTree>
    <p:extLst>
      <p:ext uri="{BB962C8B-B14F-4D97-AF65-F5344CB8AC3E}">
        <p14:creationId xmlns:p14="http://schemas.microsoft.com/office/powerpoint/2010/main" val="111804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What does it mean to “use AI safely”?</a:t>
            </a:r>
            <a:endParaRPr lang="en-US" sz="3200" dirty="0"/>
          </a:p>
        </p:txBody>
      </p:sp>
      <p:sp>
        <p:nvSpPr>
          <p:cNvPr id="3" name="Shape 1"/>
          <p:cNvSpPr/>
          <p:nvPr/>
        </p:nvSpPr>
        <p:spPr>
          <a:xfrm>
            <a:off x="812800" y="1567814"/>
            <a:ext cx="10566400" cy="0"/>
          </a:xfrm>
          <a:prstGeom prst="line">
            <a:avLst/>
          </a:prstGeom>
          <a:noFill/>
          <a:ln w="6350">
            <a:solidFill>
              <a:srgbClr val="CFC9BC"/>
            </a:solidFill>
            <a:prstDash val="solid"/>
          </a:ln>
        </p:spPr>
        <p:txBody>
          <a:bodyPr/>
          <a:lstStyle/>
          <a:p>
            <a:endParaRPr lang="en-US"/>
          </a:p>
        </p:txBody>
      </p:sp>
      <p:sp>
        <p:nvSpPr>
          <p:cNvPr id="4" name="Text 2"/>
          <p:cNvSpPr/>
          <p:nvPr/>
        </p:nvSpPr>
        <p:spPr>
          <a:xfrm>
            <a:off x="812800" y="1722121"/>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8F"/>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473200" y="1808482"/>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Use your company's approved AI tool,</a:t>
            </a:r>
            <a:r>
              <a:rPr lang="en-US" sz="1600" dirty="0">
                <a:solidFill>
                  <a:srgbClr val="46505C"/>
                </a:solidFill>
                <a:latin typeface="IBM Plex Sans" pitchFamily="34" charset="0"/>
                <a:ea typeface="IBM Plex Sans" pitchFamily="34" charset="-122"/>
                <a:cs typeface="IBM Plex Sans" pitchFamily="34" charset="-120"/>
              </a:rPr>
              <a:t> on a plan that doesn't train on your data.</a:t>
            </a:r>
            <a:endParaRPr lang="en-US" sz="1600" dirty="0"/>
          </a:p>
        </p:txBody>
      </p:sp>
      <p:sp>
        <p:nvSpPr>
          <p:cNvPr id="6" name="Shape 4"/>
          <p:cNvSpPr/>
          <p:nvPr/>
        </p:nvSpPr>
        <p:spPr>
          <a:xfrm>
            <a:off x="812800" y="2268857"/>
            <a:ext cx="10566400" cy="0"/>
          </a:xfrm>
          <a:prstGeom prst="line">
            <a:avLst/>
          </a:prstGeom>
          <a:noFill/>
          <a:ln w="6350">
            <a:solidFill>
              <a:srgbClr val="CFC9BC"/>
            </a:solidFill>
            <a:prstDash val="solid"/>
          </a:ln>
        </p:spPr>
        <p:txBody>
          <a:bodyPr/>
          <a:lstStyle/>
          <a:p>
            <a:endParaRPr lang="en-US"/>
          </a:p>
        </p:txBody>
      </p:sp>
      <p:sp>
        <p:nvSpPr>
          <p:cNvPr id="7" name="Text 5"/>
          <p:cNvSpPr/>
          <p:nvPr/>
        </p:nvSpPr>
        <p:spPr>
          <a:xfrm>
            <a:off x="812800" y="2423161"/>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8F"/>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1473200" y="2509521"/>
            <a:ext cx="10203180" cy="57404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Scrub secrets first:</a:t>
            </a:r>
            <a:r>
              <a:rPr lang="en-US" sz="1600" dirty="0">
                <a:solidFill>
                  <a:srgbClr val="46505C"/>
                </a:solidFill>
                <a:latin typeface="IBM Plex Sans" pitchFamily="34" charset="0"/>
                <a:ea typeface="IBM Plex Sans" pitchFamily="34" charset="-122"/>
                <a:cs typeface="IBM Plex Sans" pitchFamily="34" charset="-120"/>
              </a:rPr>
              <a:t> password hashes, SNMP communities, keys and certificates. Optionally, have AI write the scrubber (and verify the work), then run it locally.</a:t>
            </a:r>
            <a:endParaRPr lang="en-US" sz="1600" dirty="0"/>
          </a:p>
        </p:txBody>
      </p:sp>
      <p:sp>
        <p:nvSpPr>
          <p:cNvPr id="9" name="Shape 7"/>
          <p:cNvSpPr/>
          <p:nvPr/>
        </p:nvSpPr>
        <p:spPr>
          <a:xfrm>
            <a:off x="812800" y="3213736"/>
            <a:ext cx="10566400" cy="0"/>
          </a:xfrm>
          <a:prstGeom prst="line">
            <a:avLst/>
          </a:prstGeom>
          <a:noFill/>
          <a:ln w="6350">
            <a:solidFill>
              <a:srgbClr val="CFC9BC"/>
            </a:solidFill>
            <a:prstDash val="solid"/>
          </a:ln>
        </p:spPr>
        <p:txBody>
          <a:bodyPr/>
          <a:lstStyle/>
          <a:p>
            <a:endParaRPr lang="en-US"/>
          </a:p>
        </p:txBody>
      </p:sp>
      <p:sp>
        <p:nvSpPr>
          <p:cNvPr id="10" name="Text 8"/>
          <p:cNvSpPr/>
          <p:nvPr/>
        </p:nvSpPr>
        <p:spPr>
          <a:xfrm>
            <a:off x="812800" y="3368039"/>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8F"/>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1473200" y="3454400"/>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Work on copies:</a:t>
            </a:r>
            <a:r>
              <a:rPr lang="en-US" sz="1600" dirty="0">
                <a:solidFill>
                  <a:srgbClr val="46505C"/>
                </a:solidFill>
                <a:latin typeface="IBM Plex Sans" pitchFamily="34" charset="0"/>
                <a:ea typeface="IBM Plex Sans" pitchFamily="34" charset="-122"/>
                <a:cs typeface="IBM Plex Sans" pitchFamily="34" charset="-120"/>
              </a:rPr>
              <a:t> exported configs and labs, not live devices.</a:t>
            </a:r>
            <a:endParaRPr lang="en-US" sz="1600" dirty="0"/>
          </a:p>
        </p:txBody>
      </p:sp>
      <p:sp>
        <p:nvSpPr>
          <p:cNvPr id="12" name="Shape 10"/>
          <p:cNvSpPr/>
          <p:nvPr/>
        </p:nvSpPr>
        <p:spPr>
          <a:xfrm>
            <a:off x="812800" y="3914775"/>
            <a:ext cx="10566400" cy="0"/>
          </a:xfrm>
          <a:prstGeom prst="line">
            <a:avLst/>
          </a:prstGeom>
          <a:noFill/>
          <a:ln w="6350">
            <a:solidFill>
              <a:srgbClr val="CFC9BC"/>
            </a:solidFill>
            <a:prstDash val="solid"/>
          </a:ln>
        </p:spPr>
        <p:txBody>
          <a:bodyPr/>
          <a:lstStyle/>
          <a:p>
            <a:endParaRPr lang="en-US"/>
          </a:p>
        </p:txBody>
      </p:sp>
      <p:sp>
        <p:nvSpPr>
          <p:cNvPr id="13" name="Text 11"/>
          <p:cNvSpPr/>
          <p:nvPr/>
        </p:nvSpPr>
        <p:spPr>
          <a:xfrm>
            <a:off x="812800" y="4069082"/>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8F"/>
                </a:solidFill>
                <a:latin typeface="IBM Plex Sans" pitchFamily="34" charset="0"/>
                <a:ea typeface="IBM Plex Sans" pitchFamily="34" charset="-122"/>
                <a:cs typeface="IBM Plex Sans" pitchFamily="34" charset="-120"/>
              </a:rPr>
              <a:t>4</a:t>
            </a:r>
            <a:endParaRPr lang="en-US" sz="2200" dirty="0"/>
          </a:p>
        </p:txBody>
      </p:sp>
      <p:sp>
        <p:nvSpPr>
          <p:cNvPr id="14" name="Text 12"/>
          <p:cNvSpPr/>
          <p:nvPr/>
        </p:nvSpPr>
        <p:spPr>
          <a:xfrm>
            <a:off x="1473200" y="4155439"/>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Ask for self-contained output:</a:t>
            </a:r>
            <a:r>
              <a:rPr lang="en-US" sz="1600" dirty="0">
                <a:solidFill>
                  <a:srgbClr val="46505C"/>
                </a:solidFill>
                <a:latin typeface="IBM Plex Sans" pitchFamily="34" charset="0"/>
                <a:ea typeface="IBM Plex Sans" pitchFamily="34" charset="-122"/>
                <a:cs typeface="IBM Plex Sans" pitchFamily="34" charset="-120"/>
              </a:rPr>
              <a:t> one HTML file with no external scripts or network calls.</a:t>
            </a:r>
            <a:endParaRPr lang="en-US" sz="1600" dirty="0"/>
          </a:p>
        </p:txBody>
      </p:sp>
      <p:sp>
        <p:nvSpPr>
          <p:cNvPr id="15" name="Shape 13"/>
          <p:cNvSpPr/>
          <p:nvPr/>
        </p:nvSpPr>
        <p:spPr>
          <a:xfrm>
            <a:off x="812800" y="4615814"/>
            <a:ext cx="10566400" cy="0"/>
          </a:xfrm>
          <a:prstGeom prst="line">
            <a:avLst/>
          </a:prstGeom>
          <a:noFill/>
          <a:ln w="6350">
            <a:solidFill>
              <a:srgbClr val="CFC9BC"/>
            </a:solidFill>
            <a:prstDash val="solid"/>
          </a:ln>
        </p:spPr>
        <p:txBody>
          <a:bodyPr/>
          <a:lstStyle/>
          <a:p>
            <a:endParaRPr lang="en-US"/>
          </a:p>
        </p:txBody>
      </p:sp>
      <p:sp>
        <p:nvSpPr>
          <p:cNvPr id="16" name="Shape 14"/>
          <p:cNvSpPr/>
          <p:nvPr/>
        </p:nvSpPr>
        <p:spPr>
          <a:xfrm>
            <a:off x="812800" y="5315584"/>
            <a:ext cx="10566400" cy="0"/>
          </a:xfrm>
          <a:prstGeom prst="line">
            <a:avLst/>
          </a:prstGeom>
          <a:noFill/>
          <a:ln w="6350">
            <a:solidFill>
              <a:srgbClr val="CFC9BC"/>
            </a:solidFill>
            <a:prstDash val="solid"/>
          </a:ln>
        </p:spPr>
        <p:txBody>
          <a:bodyPr/>
          <a:lstStyle/>
          <a:p>
            <a:endParaRPr lang="en-US"/>
          </a:p>
        </p:txBody>
      </p:sp>
      <p:sp>
        <p:nvSpPr>
          <p:cNvPr id="17" name="Text 15"/>
          <p:cNvSpPr/>
          <p:nvPr/>
        </p:nvSpPr>
        <p:spPr>
          <a:xfrm>
            <a:off x="812800" y="4770121"/>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8F"/>
                </a:solidFill>
                <a:latin typeface="IBM Plex Sans" pitchFamily="34" charset="0"/>
                <a:ea typeface="IBM Plex Sans" pitchFamily="34" charset="-122"/>
                <a:cs typeface="IBM Plex Sans" pitchFamily="34" charset="-120"/>
              </a:rPr>
              <a:t>5</a:t>
            </a:r>
            <a:endParaRPr lang="en-US" sz="2200" dirty="0"/>
          </a:p>
        </p:txBody>
      </p:sp>
      <p:sp>
        <p:nvSpPr>
          <p:cNvPr id="18" name="Text 16"/>
          <p:cNvSpPr/>
          <p:nvPr/>
        </p:nvSpPr>
        <p:spPr>
          <a:xfrm>
            <a:off x="1473200" y="4856482"/>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Read what it writes, run it yourself,</a:t>
            </a:r>
            <a:r>
              <a:rPr lang="en-US" sz="1600" dirty="0">
                <a:solidFill>
                  <a:srgbClr val="46505C"/>
                </a:solidFill>
                <a:latin typeface="IBM Plex Sans" pitchFamily="34" charset="0"/>
                <a:ea typeface="IBM Plex Sans" pitchFamily="34" charset="-122"/>
                <a:cs typeface="IBM Plex Sans" pitchFamily="34" charset="-120"/>
              </a:rPr>
              <a:t> and keep it in git.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9959084" y="198718"/>
            <a:ext cx="2065576" cy="314960"/>
          </a:xfrm>
          <a:prstGeom prst="roundRect">
            <a:avLst>
              <a:gd name="adj" fmla="val 48387"/>
            </a:avLst>
          </a:prstGeom>
          <a:solidFill>
            <a:srgbClr val="E6EEF6"/>
          </a:solidFill>
          <a:ln/>
        </p:spPr>
        <p:txBody>
          <a:bodyPr wrap="none" lIns="0" tIns="0" rIns="0" bIns="0" rtlCol="0" anchor="ctr">
            <a:normAutofit/>
          </a:bodyPr>
          <a:lstStyle/>
          <a:p>
            <a:pPr marL="0" indent="0" algn="ctr">
              <a:lnSpc>
                <a:spcPts val="1680"/>
              </a:lnSpc>
              <a:buNone/>
            </a:pPr>
            <a:r>
              <a:rPr lang="en-US" sz="1200" b="1" dirty="0">
                <a:solidFill>
                  <a:srgbClr val="1F4E7A"/>
                </a:solidFill>
                <a:latin typeface="IBM Plex Sans" pitchFamily="34" charset="0"/>
                <a:ea typeface="IBM Plex Sans" pitchFamily="34" charset="-122"/>
                <a:cs typeface="IBM Plex Sans" pitchFamily="34" charset="-120"/>
              </a:rPr>
              <a:t>Risk: none · offline copies</a:t>
            </a:r>
            <a:endParaRPr lang="en-US" sz="1200" dirty="0"/>
          </a:p>
        </p:txBody>
      </p:sp>
      <p:sp>
        <p:nvSpPr>
          <p:cNvPr id="5" name="Text 3"/>
          <p:cNvSpPr/>
          <p:nvPr/>
        </p:nvSpPr>
        <p:spPr>
          <a:xfrm>
            <a:off x="828284" y="1997634"/>
            <a:ext cx="4597146" cy="2087880"/>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46505C"/>
                </a:solidFill>
                <a:latin typeface="IBM Plex Sans" pitchFamily="34" charset="0"/>
                <a:ea typeface="IBM Plex Sans" pitchFamily="34" charset="-122"/>
                <a:cs typeface="IBM Plex Sans" pitchFamily="34" charset="-120"/>
              </a:rPr>
              <a:t>Export configs by hand.</a:t>
            </a:r>
          </a:p>
          <a:p>
            <a:pPr marL="175768" indent="-175768" algn="l">
              <a:lnSpc>
                <a:spcPts val="2030"/>
              </a:lnSpc>
              <a:buSzPct val="100000"/>
              <a:buChar char="•"/>
            </a:pPr>
            <a:r>
              <a:rPr lang="en-US" sz="1400" dirty="0">
                <a:solidFill>
                  <a:srgbClr val="46505C"/>
                </a:solidFill>
                <a:latin typeface="IBM Plex Sans" pitchFamily="34" charset="0"/>
                <a:ea typeface="IBM Plex Sans" pitchFamily="34" charset="-122"/>
                <a:cs typeface="IBM Plex Sans" pitchFamily="34" charset="-120"/>
              </a:rPr>
              <a:t>Ask AI for a single-page HTML app to explore them.</a:t>
            </a:r>
            <a:endParaRPr lang="en-US" sz="1400" dirty="0"/>
          </a:p>
          <a:p>
            <a:pPr marL="175768" indent="-175768" algn="l">
              <a:lnSpc>
                <a:spcPts val="2030"/>
              </a:lnSpc>
              <a:buSzPct val="100000"/>
              <a:buChar char="•"/>
            </a:pPr>
            <a:r>
              <a:rPr lang="en-US" sz="1400" dirty="0">
                <a:solidFill>
                  <a:srgbClr val="46505C"/>
                </a:solidFill>
                <a:latin typeface="IBM Plex Sans" pitchFamily="34" charset="0"/>
                <a:ea typeface="IBM Plex Sans" pitchFamily="34" charset="-122"/>
                <a:cs typeface="IBM Plex Sans" pitchFamily="34" charset="-120"/>
              </a:rPr>
              <a:t>Add an Issues view: each config checked against best practices, with severity.</a:t>
            </a:r>
            <a:endParaRPr lang="en-US" sz="1400" dirty="0"/>
          </a:p>
          <a:p>
            <a:pPr marL="175768" indent="-175768" algn="l">
              <a:lnSpc>
                <a:spcPts val="2030"/>
              </a:lnSpc>
              <a:buSzPct val="100000"/>
              <a:buChar char="•"/>
            </a:pPr>
            <a:r>
              <a:rPr lang="en-US" sz="1400" dirty="0">
                <a:solidFill>
                  <a:srgbClr val="46505C"/>
                </a:solidFill>
                <a:latin typeface="IBM Plex Sans" pitchFamily="34" charset="0"/>
                <a:ea typeface="IBM Plex Sans" pitchFamily="34" charset="-122"/>
                <a:cs typeface="IBM Plex Sans" pitchFamily="34" charset="-120"/>
              </a:rPr>
              <a:t>Firewall? Ask for rule cleanup: shadowed, unused, any-any, and undocumented rules.</a:t>
            </a:r>
            <a:endParaRPr lang="en-US" sz="1400" dirty="0"/>
          </a:p>
          <a:p>
            <a:pPr marL="175768" indent="-175768" algn="l">
              <a:lnSpc>
                <a:spcPts val="2030"/>
              </a:lnSpc>
              <a:buSzPct val="100000"/>
              <a:buChar char="•"/>
            </a:pPr>
            <a:r>
              <a:rPr lang="en-US" sz="1400" dirty="0">
                <a:solidFill>
                  <a:srgbClr val="46505C"/>
                </a:solidFill>
                <a:latin typeface="IBM Plex Sans" pitchFamily="34" charset="0"/>
                <a:ea typeface="IBM Plex Sans" pitchFamily="34" charset="-122"/>
                <a:cs typeface="IBM Plex Sans" pitchFamily="34" charset="-120"/>
              </a:rPr>
              <a:t>This can be done in an hour.</a:t>
            </a:r>
            <a:endParaRPr lang="en-US" sz="1400" dirty="0"/>
          </a:p>
        </p:txBody>
      </p:sp>
      <p:sp>
        <p:nvSpPr>
          <p:cNvPr id="6" name="Shape 4"/>
          <p:cNvSpPr/>
          <p:nvPr/>
        </p:nvSpPr>
        <p:spPr>
          <a:xfrm>
            <a:off x="5601452" y="1997634"/>
            <a:ext cx="5810624" cy="2132330"/>
          </a:xfrm>
          <a:prstGeom prst="roundRect">
            <a:avLst>
              <a:gd name="adj" fmla="val 4765"/>
            </a:avLst>
          </a:prstGeom>
          <a:solidFill>
            <a:srgbClr val="13202F"/>
          </a:solidFill>
          <a:ln/>
        </p:spPr>
        <p:txBody>
          <a:bodyPr/>
          <a:lstStyle/>
          <a:p>
            <a:endParaRPr lang="en-US"/>
          </a:p>
        </p:txBody>
      </p:sp>
      <p:sp>
        <p:nvSpPr>
          <p:cNvPr id="7" name="Text 5"/>
          <p:cNvSpPr/>
          <p:nvPr/>
        </p:nvSpPr>
        <p:spPr>
          <a:xfrm>
            <a:off x="5804652" y="2200834"/>
            <a:ext cx="5467858"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FA2B5"/>
                </a:solidFill>
                <a:latin typeface="JetBrains Mono" pitchFamily="49" charset="0"/>
                <a:ea typeface="JetBrains Mono" pitchFamily="49" charset="-122"/>
                <a:cs typeface="JetBrains Mono" pitchFamily="49" charset="-120"/>
              </a:rPr>
              <a:t>PROMPT</a:t>
            </a:r>
            <a:endParaRPr lang="en-US" sz="1200" dirty="0"/>
          </a:p>
        </p:txBody>
      </p:sp>
      <p:sp>
        <p:nvSpPr>
          <p:cNvPr id="8" name="Text 6"/>
          <p:cNvSpPr/>
          <p:nvPr/>
        </p:nvSpPr>
        <p:spPr>
          <a:xfrm>
            <a:off x="5804652" y="2490395"/>
            <a:ext cx="5467858" cy="146177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8EDF2"/>
                </a:solidFill>
                <a:latin typeface="IBM Plex Sans" pitchFamily="34" charset="0"/>
                <a:ea typeface="IBM Plex Sans" pitchFamily="34" charset="-122"/>
                <a:cs typeface="IBM Plex Sans" pitchFamily="34" charset="-120"/>
              </a:rPr>
              <a:t>Here are the running configs from our 12 branch switches. Build one self-contained HTML file to explore them: devices, interfaces, VLANs, routes, and search across every config. Add an Issues tab that checks each config against best practices (AAA, NTP, SSH only, logging, SNMPv3, unused ports) and rates each finding. No external scripts or network calls.</a:t>
            </a:r>
            <a:endParaRPr lang="en-US" sz="1300" dirty="0"/>
          </a:p>
        </p:txBody>
      </p:sp>
      <p:sp>
        <p:nvSpPr>
          <p:cNvPr id="9" name="Shape 7"/>
          <p:cNvSpPr/>
          <p:nvPr/>
        </p:nvSpPr>
        <p:spPr>
          <a:xfrm>
            <a:off x="815975" y="4310941"/>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10" name="Text 8"/>
          <p:cNvSpPr/>
          <p:nvPr/>
        </p:nvSpPr>
        <p:spPr>
          <a:xfrm>
            <a:off x="932180" y="4389045"/>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KNOW</a:t>
            </a:r>
            <a:endParaRPr lang="en-US" sz="1200" dirty="0"/>
          </a:p>
        </p:txBody>
      </p:sp>
      <p:sp>
        <p:nvSpPr>
          <p:cNvPr id="11" name="Text 9"/>
          <p:cNvSpPr/>
          <p:nvPr/>
        </p:nvSpPr>
        <p:spPr>
          <a:xfrm>
            <a:off x="932180" y="4615105"/>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Docs &amp; reports</a:t>
            </a:r>
            <a:endParaRPr lang="en-US" sz="1200" dirty="0"/>
          </a:p>
        </p:txBody>
      </p:sp>
      <p:sp>
        <p:nvSpPr>
          <p:cNvPr id="12" name="Text 10"/>
          <p:cNvSpPr/>
          <p:nvPr/>
        </p:nvSpPr>
        <p:spPr>
          <a:xfrm>
            <a:off x="2589689" y="4310941"/>
            <a:ext cx="1691243"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CHANGE</a:t>
            </a:r>
            <a:endParaRPr lang="en-US" sz="1200" dirty="0"/>
          </a:p>
        </p:txBody>
      </p:sp>
      <p:sp>
        <p:nvSpPr>
          <p:cNvPr id="13" name="Shape 11"/>
          <p:cNvSpPr/>
          <p:nvPr/>
        </p:nvSpPr>
        <p:spPr>
          <a:xfrm>
            <a:off x="4363482" y="4310941"/>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14" name="Text 12"/>
          <p:cNvSpPr/>
          <p:nvPr/>
        </p:nvSpPr>
        <p:spPr>
          <a:xfrm>
            <a:off x="4479687" y="4389045"/>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PROVE</a:t>
            </a:r>
            <a:endParaRPr lang="en-US" sz="1200" dirty="0"/>
          </a:p>
        </p:txBody>
      </p:sp>
      <p:sp>
        <p:nvSpPr>
          <p:cNvPr id="15" name="Text 13"/>
          <p:cNvSpPr/>
          <p:nvPr/>
        </p:nvSpPr>
        <p:spPr>
          <a:xfrm>
            <a:off x="4479687" y="4615105"/>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Compliance</a:t>
            </a:r>
            <a:endParaRPr lang="en-US" sz="1200" dirty="0"/>
          </a:p>
        </p:txBody>
      </p:sp>
      <p:sp>
        <p:nvSpPr>
          <p:cNvPr id="16" name="Text 14"/>
          <p:cNvSpPr/>
          <p:nvPr/>
        </p:nvSpPr>
        <p:spPr>
          <a:xfrm>
            <a:off x="6137196" y="4310941"/>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REACT</a:t>
            </a:r>
            <a:endParaRPr lang="en-US" sz="1200" dirty="0"/>
          </a:p>
        </p:txBody>
      </p:sp>
      <p:sp>
        <p:nvSpPr>
          <p:cNvPr id="17" name="Shape 15"/>
          <p:cNvSpPr/>
          <p:nvPr/>
        </p:nvSpPr>
        <p:spPr>
          <a:xfrm>
            <a:off x="7910989" y="4310941"/>
            <a:ext cx="1691243"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18" name="Text 16"/>
          <p:cNvSpPr/>
          <p:nvPr/>
        </p:nvSpPr>
        <p:spPr>
          <a:xfrm>
            <a:off x="8027194" y="4389045"/>
            <a:ext cx="15096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GOVERN</a:t>
            </a:r>
            <a:endParaRPr lang="en-US" sz="1200" dirty="0"/>
          </a:p>
        </p:txBody>
      </p:sp>
      <p:sp>
        <p:nvSpPr>
          <p:cNvPr id="19" name="Text 17"/>
          <p:cNvSpPr/>
          <p:nvPr/>
        </p:nvSpPr>
        <p:spPr>
          <a:xfrm>
            <a:off x="8027194" y="4615105"/>
            <a:ext cx="15096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Security policy</a:t>
            </a:r>
            <a:endParaRPr lang="en-US" sz="1200" dirty="0"/>
          </a:p>
        </p:txBody>
      </p:sp>
      <p:sp>
        <p:nvSpPr>
          <p:cNvPr id="20" name="Text 18"/>
          <p:cNvSpPr/>
          <p:nvPr/>
        </p:nvSpPr>
        <p:spPr>
          <a:xfrm>
            <a:off x="9684782" y="4310941"/>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SERVE</a:t>
            </a:r>
            <a:endParaRPr lang="en-US" sz="1200" dirty="0"/>
          </a:p>
        </p:txBody>
      </p:sp>
      <p:sp>
        <p:nvSpPr>
          <p:cNvPr id="25" name="Text 0">
            <a:extLst>
              <a:ext uri="{FF2B5EF4-FFF2-40B4-BE49-F238E27FC236}">
                <a16:creationId xmlns:a16="http://schemas.microsoft.com/office/drawing/2014/main" id="{4A2F424F-5DFD-6899-22A8-6773E82D98AA}"/>
              </a:ext>
            </a:extLst>
          </p:cNvPr>
          <p:cNvSpPr txBox="1">
            <a:spLocks/>
          </p:cNvSpPr>
          <p:nvPr/>
        </p:nvSpPr>
        <p:spPr>
          <a:xfrm>
            <a:off x="812800" y="812800"/>
            <a:ext cx="8447741" cy="47244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3202F"/>
                </a:solidFill>
                <a:latin typeface="IBM Plex Sans" pitchFamily="34" charset="0"/>
                <a:ea typeface="IBM Plex Sans" pitchFamily="34" charset="-122"/>
                <a:cs typeface="IBM Plex Sans" pitchFamily="34" charset="-120"/>
              </a:defRPr>
            </a:lvl1pPr>
          </a:lstStyle>
          <a:p>
            <a:pPr>
              <a:lnSpc>
                <a:spcPts val="3520"/>
              </a:lnSpc>
            </a:pPr>
            <a:r>
              <a:rPr lang="en-US" b="1" dirty="0"/>
              <a:t>Turn a folder of configs into an “app”</a:t>
            </a:r>
            <a:endParaRPr lang="en-US" dirty="0"/>
          </a:p>
        </p:txBody>
      </p:sp>
      <p:sp>
        <p:nvSpPr>
          <p:cNvPr id="2" name="Oval 1">
            <a:extLst>
              <a:ext uri="{FF2B5EF4-FFF2-40B4-BE49-F238E27FC236}">
                <a16:creationId xmlns:a16="http://schemas.microsoft.com/office/drawing/2014/main" id="{40563C72-89D9-48B7-C7B1-1FFCC62F4BDC}"/>
              </a:ext>
            </a:extLst>
          </p:cNvPr>
          <p:cNvSpPr/>
          <p:nvPr/>
        </p:nvSpPr>
        <p:spPr>
          <a:xfrm>
            <a:off x="105507" y="101221"/>
            <a:ext cx="513862" cy="50995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9932190" y="207682"/>
            <a:ext cx="2065576" cy="314960"/>
          </a:xfrm>
          <a:prstGeom prst="roundRect">
            <a:avLst>
              <a:gd name="adj" fmla="val 48387"/>
            </a:avLst>
          </a:prstGeom>
          <a:solidFill>
            <a:srgbClr val="E6EEF6"/>
          </a:solidFill>
          <a:ln/>
        </p:spPr>
        <p:txBody>
          <a:bodyPr wrap="none" lIns="0" tIns="0" rIns="0" bIns="0" rtlCol="0" anchor="ctr">
            <a:normAutofit/>
          </a:bodyPr>
          <a:lstStyle/>
          <a:p>
            <a:pPr marL="0" indent="0" algn="ctr">
              <a:lnSpc>
                <a:spcPts val="1680"/>
              </a:lnSpc>
              <a:buNone/>
            </a:pPr>
            <a:r>
              <a:rPr lang="en-US" sz="1200" b="1" dirty="0">
                <a:solidFill>
                  <a:srgbClr val="1F4E7A"/>
                </a:solidFill>
                <a:latin typeface="IBM Plex Sans" pitchFamily="34" charset="0"/>
                <a:ea typeface="IBM Plex Sans" pitchFamily="34" charset="-122"/>
                <a:cs typeface="IBM Plex Sans" pitchFamily="34" charset="-120"/>
              </a:rPr>
              <a:t>Risk: none · offline copies</a:t>
            </a:r>
            <a:endParaRPr lang="en-US" sz="1200" dirty="0"/>
          </a:p>
        </p:txBody>
      </p:sp>
      <p:pic>
        <p:nvPicPr>
          <p:cNvPr id="10" name="Picture 9">
            <a:extLst>
              <a:ext uri="{FF2B5EF4-FFF2-40B4-BE49-F238E27FC236}">
                <a16:creationId xmlns:a16="http://schemas.microsoft.com/office/drawing/2014/main" id="{76A00B06-011A-3E3A-C58D-04B637DF1C80}"/>
              </a:ext>
            </a:extLst>
          </p:cNvPr>
          <p:cNvPicPr>
            <a:picLocks noChangeAspect="1"/>
          </p:cNvPicPr>
          <p:nvPr/>
        </p:nvPicPr>
        <p:blipFill>
          <a:blip r:embed="rId3"/>
          <a:stretch>
            <a:fillRect/>
          </a:stretch>
        </p:blipFill>
        <p:spPr>
          <a:xfrm>
            <a:off x="348501" y="1730188"/>
            <a:ext cx="7746628" cy="4441347"/>
          </a:xfrm>
          <a:prstGeom prst="rect">
            <a:avLst/>
          </a:prstGeom>
        </p:spPr>
      </p:pic>
      <p:pic>
        <p:nvPicPr>
          <p:cNvPr id="12" name="Picture 11">
            <a:extLst>
              <a:ext uri="{FF2B5EF4-FFF2-40B4-BE49-F238E27FC236}">
                <a16:creationId xmlns:a16="http://schemas.microsoft.com/office/drawing/2014/main" id="{559F0C5A-AE2A-1FA9-EEA0-23E006044F1A}"/>
              </a:ext>
            </a:extLst>
          </p:cNvPr>
          <p:cNvPicPr>
            <a:picLocks noChangeAspect="1"/>
          </p:cNvPicPr>
          <p:nvPr/>
        </p:nvPicPr>
        <p:blipFill>
          <a:blip r:embed="rId4"/>
          <a:stretch>
            <a:fillRect/>
          </a:stretch>
        </p:blipFill>
        <p:spPr>
          <a:xfrm>
            <a:off x="8169326" y="2819439"/>
            <a:ext cx="3719010" cy="2366643"/>
          </a:xfrm>
          <a:prstGeom prst="rect">
            <a:avLst/>
          </a:prstGeom>
        </p:spPr>
      </p:pic>
      <p:sp>
        <p:nvSpPr>
          <p:cNvPr id="13" name="Text 0">
            <a:extLst>
              <a:ext uri="{FF2B5EF4-FFF2-40B4-BE49-F238E27FC236}">
                <a16:creationId xmlns:a16="http://schemas.microsoft.com/office/drawing/2014/main" id="{B4909F8C-9347-B9FF-4A32-0B7125F6CF11}"/>
              </a:ext>
            </a:extLst>
          </p:cNvPr>
          <p:cNvSpPr txBox="1">
            <a:spLocks/>
          </p:cNvSpPr>
          <p:nvPr/>
        </p:nvSpPr>
        <p:spPr>
          <a:xfrm>
            <a:off x="812800" y="812800"/>
            <a:ext cx="8447741" cy="47244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3202F"/>
                </a:solidFill>
                <a:latin typeface="IBM Plex Sans" pitchFamily="34" charset="0"/>
                <a:ea typeface="IBM Plex Sans" pitchFamily="34" charset="-122"/>
                <a:cs typeface="IBM Plex Sans" pitchFamily="34" charset="-120"/>
              </a:defRPr>
            </a:lvl1pPr>
          </a:lstStyle>
          <a:p>
            <a:pPr>
              <a:lnSpc>
                <a:spcPts val="3520"/>
              </a:lnSpc>
            </a:pPr>
            <a:r>
              <a:rPr lang="en-US" b="1" dirty="0"/>
              <a:t>The “Single File HTML App” Pattern</a:t>
            </a:r>
            <a:endParaRPr lang="en-US" dirty="0"/>
          </a:p>
        </p:txBody>
      </p:sp>
      <p:sp>
        <p:nvSpPr>
          <p:cNvPr id="2" name="Oval 1">
            <a:extLst>
              <a:ext uri="{FF2B5EF4-FFF2-40B4-BE49-F238E27FC236}">
                <a16:creationId xmlns:a16="http://schemas.microsoft.com/office/drawing/2014/main" id="{A6CFE2CF-78B1-42C3-2203-6F685D0D4FDC}"/>
              </a:ext>
            </a:extLst>
          </p:cNvPr>
          <p:cNvSpPr/>
          <p:nvPr/>
        </p:nvSpPr>
        <p:spPr>
          <a:xfrm>
            <a:off x="105507" y="101221"/>
            <a:ext cx="513862" cy="50995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9405938" y="179707"/>
            <a:ext cx="2659063" cy="314960"/>
          </a:xfrm>
          <a:prstGeom prst="roundRect">
            <a:avLst>
              <a:gd name="adj" fmla="val 48387"/>
            </a:avLst>
          </a:prstGeom>
          <a:solidFill>
            <a:srgbClr val="E6EEF6"/>
          </a:solidFill>
          <a:ln/>
        </p:spPr>
        <p:txBody>
          <a:bodyPr wrap="none" lIns="0" tIns="0" rIns="0" bIns="0" rtlCol="0" anchor="ctr">
            <a:normAutofit/>
          </a:bodyPr>
          <a:lstStyle/>
          <a:p>
            <a:pPr marL="0" indent="0" algn="ctr">
              <a:lnSpc>
                <a:spcPts val="1680"/>
              </a:lnSpc>
              <a:buNone/>
            </a:pPr>
            <a:r>
              <a:rPr lang="en-US" sz="1200" b="1" dirty="0">
                <a:solidFill>
                  <a:srgbClr val="1F4E7A"/>
                </a:solidFill>
                <a:latin typeface="IBM Plex Sans" pitchFamily="34" charset="0"/>
                <a:ea typeface="IBM Plex Sans" pitchFamily="34" charset="-122"/>
                <a:cs typeface="IBM Plex Sans" pitchFamily="34" charset="-120"/>
              </a:rPr>
              <a:t>Risk: none to production · lab only</a:t>
            </a:r>
            <a:endParaRPr lang="en-US" sz="1200" dirty="0"/>
          </a:p>
        </p:txBody>
      </p:sp>
      <p:sp>
        <p:nvSpPr>
          <p:cNvPr id="5" name="Shape 3"/>
          <p:cNvSpPr/>
          <p:nvPr/>
        </p:nvSpPr>
        <p:spPr>
          <a:xfrm>
            <a:off x="815975" y="1882775"/>
            <a:ext cx="5200650" cy="2490470"/>
          </a:xfrm>
          <a:prstGeom prst="roundRect">
            <a:avLst>
              <a:gd name="adj" fmla="val 3952"/>
            </a:avLst>
          </a:prstGeom>
          <a:solidFill>
            <a:srgbClr val="FDFCF9"/>
          </a:solidFill>
          <a:ln w="6350">
            <a:solidFill>
              <a:srgbClr val="DDD8CC"/>
            </a:solidFill>
            <a:prstDash val="solid"/>
          </a:ln>
        </p:spPr>
        <p:txBody>
          <a:bodyPr/>
          <a:lstStyle/>
          <a:p>
            <a:endParaRPr lang="en-US"/>
          </a:p>
        </p:txBody>
      </p:sp>
      <p:sp>
        <p:nvSpPr>
          <p:cNvPr id="6" name="Text 4"/>
          <p:cNvSpPr/>
          <p:nvPr/>
        </p:nvSpPr>
        <p:spPr>
          <a:xfrm>
            <a:off x="995680" y="2062479"/>
            <a:ext cx="498647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02F"/>
                </a:solidFill>
                <a:latin typeface="IBM Plex Sans" pitchFamily="34" charset="0"/>
                <a:ea typeface="IBM Plex Sans" pitchFamily="34" charset="-122"/>
                <a:cs typeface="IBM Plex Sans" pitchFamily="34" charset="-120"/>
              </a:rPr>
              <a:t>On-prem: Containerlab</a:t>
            </a:r>
            <a:endParaRPr lang="en-US" sz="1800" dirty="0"/>
          </a:p>
        </p:txBody>
      </p:sp>
      <p:sp>
        <p:nvSpPr>
          <p:cNvPr id="7" name="Text 5"/>
          <p:cNvSpPr/>
          <p:nvPr/>
        </p:nvSpPr>
        <p:spPr>
          <a:xfrm>
            <a:off x="995680" y="2425700"/>
            <a:ext cx="498647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Switches, routers and firewalls as containers or VMs.</a:t>
            </a:r>
            <a:endParaRPr lang="en-US" sz="1400" dirty="0"/>
          </a:p>
        </p:txBody>
      </p:sp>
      <p:sp>
        <p:nvSpPr>
          <p:cNvPr id="8" name="Shape 6"/>
          <p:cNvSpPr/>
          <p:nvPr/>
        </p:nvSpPr>
        <p:spPr>
          <a:xfrm>
            <a:off x="995680" y="3012442"/>
            <a:ext cx="4841240" cy="1181100"/>
          </a:xfrm>
          <a:prstGeom prst="roundRect">
            <a:avLst>
              <a:gd name="adj" fmla="val 6452"/>
            </a:avLst>
          </a:prstGeom>
          <a:solidFill>
            <a:srgbClr val="13202F"/>
          </a:solidFill>
          <a:ln/>
        </p:spPr>
        <p:txBody>
          <a:bodyPr/>
          <a:lstStyle/>
          <a:p>
            <a:endParaRPr lang="en-US"/>
          </a:p>
        </p:txBody>
      </p:sp>
      <p:sp>
        <p:nvSpPr>
          <p:cNvPr id="9" name="Text 7"/>
          <p:cNvSpPr/>
          <p:nvPr/>
        </p:nvSpPr>
        <p:spPr>
          <a:xfrm>
            <a:off x="1148080" y="3139442"/>
            <a:ext cx="4672533"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FA2B5"/>
                </a:solidFill>
                <a:latin typeface="JetBrains Mono" pitchFamily="49" charset="0"/>
                <a:ea typeface="JetBrains Mono" pitchFamily="49" charset="-122"/>
                <a:cs typeface="JetBrains Mono" pitchFamily="49" charset="-120"/>
              </a:rPr>
              <a:t>PROMPT</a:t>
            </a:r>
            <a:endParaRPr lang="en-US" sz="1200" dirty="0"/>
          </a:p>
        </p:txBody>
      </p:sp>
      <p:sp>
        <p:nvSpPr>
          <p:cNvPr id="10" name="Text 8"/>
          <p:cNvSpPr/>
          <p:nvPr/>
        </p:nvSpPr>
        <p:spPr>
          <a:xfrm>
            <a:off x="1148080" y="3403600"/>
            <a:ext cx="4672533"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2"/>
                </a:solidFill>
                <a:latin typeface="IBM Plex Sans" pitchFamily="34" charset="0"/>
                <a:ea typeface="IBM Plex Sans" pitchFamily="34" charset="-122"/>
                <a:cs typeface="IBM Plex Sans" pitchFamily="34" charset="-120"/>
              </a:rPr>
              <a:t>Build a Containerlab topology: 2 spines and 4 leafs on cEOS, eBGP underlay, EVPN, and two Linux hosts in VLAN 10. Include startup configs so it works on first boot.</a:t>
            </a:r>
            <a:endParaRPr lang="en-US" sz="1200" dirty="0"/>
          </a:p>
        </p:txBody>
      </p:sp>
      <p:sp>
        <p:nvSpPr>
          <p:cNvPr id="11" name="Shape 9"/>
          <p:cNvSpPr/>
          <p:nvPr/>
        </p:nvSpPr>
        <p:spPr>
          <a:xfrm>
            <a:off x="6175375" y="1882775"/>
            <a:ext cx="5200650" cy="2490470"/>
          </a:xfrm>
          <a:prstGeom prst="roundRect">
            <a:avLst>
              <a:gd name="adj" fmla="val 3952"/>
            </a:avLst>
          </a:prstGeom>
          <a:solidFill>
            <a:srgbClr val="FDFCF9"/>
          </a:solidFill>
          <a:ln w="6350">
            <a:solidFill>
              <a:srgbClr val="DDD8CC"/>
            </a:solidFill>
            <a:prstDash val="solid"/>
          </a:ln>
        </p:spPr>
        <p:txBody>
          <a:bodyPr/>
          <a:lstStyle/>
          <a:p>
            <a:endParaRPr lang="en-US"/>
          </a:p>
        </p:txBody>
      </p:sp>
      <p:sp>
        <p:nvSpPr>
          <p:cNvPr id="12" name="Text 10"/>
          <p:cNvSpPr/>
          <p:nvPr/>
        </p:nvSpPr>
        <p:spPr>
          <a:xfrm>
            <a:off x="6355080" y="2062479"/>
            <a:ext cx="498647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02F"/>
                </a:solidFill>
                <a:latin typeface="IBM Plex Sans" pitchFamily="34" charset="0"/>
                <a:ea typeface="IBM Plex Sans" pitchFamily="34" charset="-122"/>
                <a:cs typeface="IBM Plex Sans" pitchFamily="34" charset="-120"/>
              </a:rPr>
              <a:t>Cloud: Terraform</a:t>
            </a:r>
            <a:endParaRPr lang="en-US" sz="1800" dirty="0"/>
          </a:p>
        </p:txBody>
      </p:sp>
      <p:sp>
        <p:nvSpPr>
          <p:cNvPr id="13" name="Text 11"/>
          <p:cNvSpPr/>
          <p:nvPr/>
        </p:nvSpPr>
        <p:spPr>
          <a:xfrm>
            <a:off x="6355080" y="2425700"/>
            <a:ext cx="498647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Try out Azure Virtual WAN, or AWS Transit Gateway, or ...</a:t>
            </a:r>
            <a:endParaRPr lang="en-US" sz="1400" dirty="0"/>
          </a:p>
        </p:txBody>
      </p:sp>
      <p:sp>
        <p:nvSpPr>
          <p:cNvPr id="14" name="Shape 12"/>
          <p:cNvSpPr/>
          <p:nvPr/>
        </p:nvSpPr>
        <p:spPr>
          <a:xfrm>
            <a:off x="6355080" y="3012442"/>
            <a:ext cx="4841240" cy="1181100"/>
          </a:xfrm>
          <a:prstGeom prst="roundRect">
            <a:avLst>
              <a:gd name="adj" fmla="val 6452"/>
            </a:avLst>
          </a:prstGeom>
          <a:solidFill>
            <a:srgbClr val="13202F"/>
          </a:solidFill>
          <a:ln/>
        </p:spPr>
        <p:txBody>
          <a:bodyPr/>
          <a:lstStyle/>
          <a:p>
            <a:endParaRPr lang="en-US"/>
          </a:p>
        </p:txBody>
      </p:sp>
      <p:sp>
        <p:nvSpPr>
          <p:cNvPr id="15" name="Text 13"/>
          <p:cNvSpPr/>
          <p:nvPr/>
        </p:nvSpPr>
        <p:spPr>
          <a:xfrm>
            <a:off x="6507480" y="3139442"/>
            <a:ext cx="4672533"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FA2B5"/>
                </a:solidFill>
                <a:latin typeface="JetBrains Mono" pitchFamily="49" charset="0"/>
                <a:ea typeface="JetBrains Mono" pitchFamily="49" charset="-122"/>
                <a:cs typeface="JetBrains Mono" pitchFamily="49" charset="-120"/>
              </a:rPr>
              <a:t>PROMPT</a:t>
            </a:r>
            <a:endParaRPr lang="en-US" sz="1200" dirty="0"/>
          </a:p>
        </p:txBody>
      </p:sp>
      <p:sp>
        <p:nvSpPr>
          <p:cNvPr id="16" name="Text 14"/>
          <p:cNvSpPr/>
          <p:nvPr/>
        </p:nvSpPr>
        <p:spPr>
          <a:xfrm>
            <a:off x="6507480" y="3403600"/>
            <a:ext cx="4672533"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2"/>
                </a:solidFill>
                <a:latin typeface="IBM Plex Sans" pitchFamily="34" charset="0"/>
                <a:ea typeface="IBM Plex Sans" pitchFamily="34" charset="-122"/>
                <a:cs typeface="IBM Plex Sans" pitchFamily="34" charset="-120"/>
              </a:rPr>
              <a:t>Write Terraform for an Azure Virtual WAN with two hubs and three spoke VNets, tagged for cost tracking. Then give me the destroy command. Include guidance on required permissions/auth.</a:t>
            </a:r>
            <a:endParaRPr lang="en-US" sz="1200" dirty="0"/>
          </a:p>
        </p:txBody>
      </p:sp>
      <p:sp>
        <p:nvSpPr>
          <p:cNvPr id="17" name="Text 15"/>
          <p:cNvSpPr/>
          <p:nvPr/>
        </p:nvSpPr>
        <p:spPr>
          <a:xfrm>
            <a:off x="812800" y="452882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Cloud labs cost money while they run, but they are generally really cheap if run for minutes/hours. Use automation for fast spin up/down.</a:t>
            </a:r>
            <a:endParaRPr lang="en-US" sz="1400" dirty="0"/>
          </a:p>
        </p:txBody>
      </p:sp>
      <p:sp>
        <p:nvSpPr>
          <p:cNvPr id="18" name="Text 16"/>
          <p:cNvSpPr/>
          <p:nvPr/>
        </p:nvSpPr>
        <p:spPr>
          <a:xfrm>
            <a:off x="815975" y="4933317"/>
            <a:ext cx="1691164"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KNOW</a:t>
            </a:r>
            <a:endParaRPr lang="en-US" sz="1200" dirty="0"/>
          </a:p>
        </p:txBody>
      </p:sp>
      <p:sp>
        <p:nvSpPr>
          <p:cNvPr id="19" name="Text 17"/>
          <p:cNvSpPr/>
          <p:nvPr/>
        </p:nvSpPr>
        <p:spPr>
          <a:xfrm>
            <a:off x="2589689" y="4933317"/>
            <a:ext cx="1691243"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CHANGE</a:t>
            </a:r>
            <a:endParaRPr lang="en-US" sz="1200" dirty="0"/>
          </a:p>
        </p:txBody>
      </p:sp>
      <p:sp>
        <p:nvSpPr>
          <p:cNvPr id="20" name="Shape 18"/>
          <p:cNvSpPr/>
          <p:nvPr/>
        </p:nvSpPr>
        <p:spPr>
          <a:xfrm>
            <a:off x="4363482" y="4933317"/>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21" name="Text 19"/>
          <p:cNvSpPr/>
          <p:nvPr/>
        </p:nvSpPr>
        <p:spPr>
          <a:xfrm>
            <a:off x="4479687" y="5011421"/>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PROVE</a:t>
            </a:r>
            <a:endParaRPr lang="en-US" sz="1200" dirty="0"/>
          </a:p>
        </p:txBody>
      </p:sp>
      <p:sp>
        <p:nvSpPr>
          <p:cNvPr id="22" name="Text 20"/>
          <p:cNvSpPr/>
          <p:nvPr/>
        </p:nvSpPr>
        <p:spPr>
          <a:xfrm>
            <a:off x="4479687" y="5237479"/>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Lab / twin</a:t>
            </a:r>
            <a:endParaRPr lang="en-US" sz="1200" dirty="0"/>
          </a:p>
        </p:txBody>
      </p:sp>
      <p:sp>
        <p:nvSpPr>
          <p:cNvPr id="23" name="Text 21"/>
          <p:cNvSpPr/>
          <p:nvPr/>
        </p:nvSpPr>
        <p:spPr>
          <a:xfrm>
            <a:off x="6137196" y="4933317"/>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REACT</a:t>
            </a:r>
            <a:endParaRPr lang="en-US" sz="1200" dirty="0"/>
          </a:p>
        </p:txBody>
      </p:sp>
      <p:sp>
        <p:nvSpPr>
          <p:cNvPr id="24" name="Text 22"/>
          <p:cNvSpPr/>
          <p:nvPr/>
        </p:nvSpPr>
        <p:spPr>
          <a:xfrm>
            <a:off x="7910989" y="4933317"/>
            <a:ext cx="1691243" cy="595630"/>
          </a:xfrm>
          <a:prstGeom prst="roundRect">
            <a:avLst>
              <a:gd name="adj" fmla="val 12260"/>
            </a:avLst>
          </a:prstGeom>
          <a:noFill/>
          <a:ln w="6350">
            <a:solidFill>
              <a:srgbClr val="CFC9BC"/>
            </a:solidFill>
            <a:prstDash val="solid"/>
          </a:ln>
        </p:spPr>
        <p:txBody>
          <a:bodyPr wrap="square" lIns="94816"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GOVERN</a:t>
            </a:r>
            <a:endParaRPr lang="en-US" sz="1200" dirty="0"/>
          </a:p>
        </p:txBody>
      </p:sp>
      <p:sp>
        <p:nvSpPr>
          <p:cNvPr id="25" name="Text 23"/>
          <p:cNvSpPr/>
          <p:nvPr/>
        </p:nvSpPr>
        <p:spPr>
          <a:xfrm>
            <a:off x="9684782" y="4933317"/>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SERVE</a:t>
            </a:r>
            <a:endParaRPr lang="en-US" sz="1200" dirty="0"/>
          </a:p>
        </p:txBody>
      </p:sp>
      <p:sp>
        <p:nvSpPr>
          <p:cNvPr id="28" name="Text 0">
            <a:extLst>
              <a:ext uri="{FF2B5EF4-FFF2-40B4-BE49-F238E27FC236}">
                <a16:creationId xmlns:a16="http://schemas.microsoft.com/office/drawing/2014/main" id="{A5B8763A-19E7-2F36-B40E-9089581F32A4}"/>
              </a:ext>
            </a:extLst>
          </p:cNvPr>
          <p:cNvSpPr txBox="1">
            <a:spLocks/>
          </p:cNvSpPr>
          <p:nvPr/>
        </p:nvSpPr>
        <p:spPr>
          <a:xfrm>
            <a:off x="812800" y="812800"/>
            <a:ext cx="8447741" cy="47244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3202F"/>
                </a:solidFill>
                <a:latin typeface="IBM Plex Sans" pitchFamily="34" charset="0"/>
                <a:ea typeface="IBM Plex Sans" pitchFamily="34" charset="-122"/>
                <a:cs typeface="IBM Plex Sans" pitchFamily="34" charset="-120"/>
              </a:defRPr>
            </a:lvl1pPr>
          </a:lstStyle>
          <a:p>
            <a:pPr>
              <a:lnSpc>
                <a:spcPts val="3520"/>
              </a:lnSpc>
            </a:pPr>
            <a:r>
              <a:rPr lang="en-US" b="1" dirty="0"/>
              <a:t>A working lab from one prompt</a:t>
            </a:r>
            <a:endParaRPr lang="en-US" dirty="0"/>
          </a:p>
        </p:txBody>
      </p:sp>
      <p:sp>
        <p:nvSpPr>
          <p:cNvPr id="2" name="Oval 1">
            <a:extLst>
              <a:ext uri="{FF2B5EF4-FFF2-40B4-BE49-F238E27FC236}">
                <a16:creationId xmlns:a16="http://schemas.microsoft.com/office/drawing/2014/main" id="{019CB388-7E56-6DF4-412C-9A51B74EA342}"/>
              </a:ext>
            </a:extLst>
          </p:cNvPr>
          <p:cNvSpPr/>
          <p:nvPr/>
        </p:nvSpPr>
        <p:spPr>
          <a:xfrm>
            <a:off x="105507" y="101221"/>
            <a:ext cx="513862" cy="50995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9739444" y="182248"/>
            <a:ext cx="2303145" cy="314960"/>
          </a:xfrm>
          <a:prstGeom prst="roundRect">
            <a:avLst>
              <a:gd name="adj" fmla="val 48387"/>
            </a:avLst>
          </a:prstGeom>
          <a:solidFill>
            <a:srgbClr val="E6EEF6"/>
          </a:solidFill>
          <a:ln/>
        </p:spPr>
        <p:txBody>
          <a:bodyPr wrap="none" lIns="0" tIns="0" rIns="0" bIns="0" rtlCol="0" anchor="ctr">
            <a:normAutofit/>
          </a:bodyPr>
          <a:lstStyle/>
          <a:p>
            <a:pPr marL="0" indent="0" algn="ctr">
              <a:lnSpc>
                <a:spcPts val="1680"/>
              </a:lnSpc>
              <a:buNone/>
            </a:pPr>
            <a:r>
              <a:rPr lang="en-US" sz="1200" b="1" dirty="0">
                <a:solidFill>
                  <a:srgbClr val="1F4E7A"/>
                </a:solidFill>
                <a:latin typeface="IBM Plex Sans" pitchFamily="34" charset="0"/>
                <a:ea typeface="IBM Plex Sans" pitchFamily="34" charset="-122"/>
                <a:cs typeface="IBM Plex Sans" pitchFamily="34" charset="-120"/>
              </a:rPr>
              <a:t>Risk: low · read-only account</a:t>
            </a:r>
            <a:endParaRPr lang="en-US" sz="1200" dirty="0"/>
          </a:p>
        </p:txBody>
      </p:sp>
      <p:sp>
        <p:nvSpPr>
          <p:cNvPr id="5" name="Text 3"/>
          <p:cNvSpPr/>
          <p:nvPr/>
        </p:nvSpPr>
        <p:spPr>
          <a:xfrm>
            <a:off x="812800" y="1930400"/>
            <a:ext cx="559866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Backup and history for free.</a:t>
            </a:r>
            <a:r>
              <a:rPr lang="en-US" sz="1400" dirty="0">
                <a:solidFill>
                  <a:srgbClr val="46505C"/>
                </a:solidFill>
                <a:latin typeface="IBM Plex Sans" pitchFamily="34" charset="0"/>
                <a:ea typeface="IBM Plex Sans" pitchFamily="34" charset="-122"/>
                <a:cs typeface="IBM Plex Sans" pitchFamily="34" charset="-120"/>
              </a:rPr>
              <a:t> Each night's configs are a commit; what changed, and when, is a git diff.</a:t>
            </a:r>
            <a:endParaRPr lang="en-US" sz="1400" dirty="0"/>
          </a:p>
        </p:txBody>
      </p:sp>
      <p:sp>
        <p:nvSpPr>
          <p:cNvPr id="6" name="Text 4"/>
          <p:cNvSpPr/>
          <p:nvPr/>
        </p:nvSpPr>
        <p:spPr>
          <a:xfrm>
            <a:off x="812800" y="2577652"/>
            <a:ext cx="559866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A read-only service account,</a:t>
            </a:r>
            <a:r>
              <a:rPr lang="en-US" sz="1400" dirty="0">
                <a:solidFill>
                  <a:srgbClr val="46505C"/>
                </a:solidFill>
                <a:latin typeface="IBM Plex Sans" pitchFamily="34" charset="0"/>
                <a:ea typeface="IBM Plex Sans" pitchFamily="34" charset="-122"/>
                <a:cs typeface="IBM Plex Sans" pitchFamily="34" charset="-120"/>
              </a:rPr>
              <a:t> its password in the pipeline's secret store. Scrub secrets before commit.</a:t>
            </a:r>
            <a:endParaRPr lang="en-US" sz="1400" dirty="0"/>
          </a:p>
        </p:txBody>
      </p:sp>
      <p:sp>
        <p:nvSpPr>
          <p:cNvPr id="7" name="Text 5"/>
          <p:cNvSpPr/>
          <p:nvPr/>
        </p:nvSpPr>
        <p:spPr>
          <a:xfrm>
            <a:off x="812800" y="3256278"/>
            <a:ext cx="559866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Short Script </a:t>
            </a:r>
            <a:r>
              <a:rPr lang="en-US" sz="1400" dirty="0">
                <a:solidFill>
                  <a:srgbClr val="46505C"/>
                </a:solidFill>
                <a:latin typeface="IBM Plex Sans" pitchFamily="34" charset="0"/>
                <a:ea typeface="IBM Plex Sans" pitchFamily="34" charset="-122"/>
                <a:cs typeface="IBM Plex Sans" pitchFamily="34" charset="-120"/>
              </a:rPr>
              <a:t>AI writes with you: Netmiko, </a:t>
            </a:r>
            <a:r>
              <a:rPr lang="en-US" sz="1400" dirty="0" err="1">
                <a:solidFill>
                  <a:srgbClr val="46505C"/>
                </a:solidFill>
                <a:latin typeface="IBM Plex Sans" pitchFamily="34" charset="0"/>
                <a:ea typeface="IBM Plex Sans" pitchFamily="34" charset="-122"/>
                <a:cs typeface="IBM Plex Sans" pitchFamily="34" charset="-120"/>
              </a:rPr>
              <a:t>Scrapli</a:t>
            </a:r>
            <a:r>
              <a:rPr lang="en-US" sz="1400" dirty="0">
                <a:solidFill>
                  <a:srgbClr val="46505C"/>
                </a:solidFill>
                <a:latin typeface="IBM Plex Sans" pitchFamily="34" charset="0"/>
                <a:ea typeface="IBM Plex Sans" pitchFamily="34" charset="-122"/>
                <a:cs typeface="IBM Plex Sans" pitchFamily="34" charset="-120"/>
              </a:rPr>
              <a:t>, or vendor APIs.</a:t>
            </a:r>
            <a:endParaRPr lang="en-US" sz="1400" dirty="0"/>
          </a:p>
        </p:txBody>
      </p:sp>
      <p:sp>
        <p:nvSpPr>
          <p:cNvPr id="8" name="Text 6"/>
          <p:cNvSpPr/>
          <p:nvPr/>
        </p:nvSpPr>
        <p:spPr>
          <a:xfrm>
            <a:off x="812800" y="3804921"/>
            <a:ext cx="559866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The input for steps 1 and 4.</a:t>
            </a:r>
            <a:r>
              <a:rPr lang="en-US" sz="1400" dirty="0">
                <a:solidFill>
                  <a:srgbClr val="46505C"/>
                </a:solidFill>
                <a:latin typeface="IBM Plex Sans" pitchFamily="34" charset="0"/>
                <a:ea typeface="IBM Plex Sans" pitchFamily="34" charset="-122"/>
                <a:cs typeface="IBM Plex Sans" pitchFamily="34" charset="-120"/>
              </a:rPr>
              <a:t> Your app and your tests now run on fresh data.</a:t>
            </a:r>
            <a:endParaRPr lang="en-US" sz="1400" dirty="0"/>
          </a:p>
        </p:txBody>
      </p:sp>
      <p:sp>
        <p:nvSpPr>
          <p:cNvPr id="9" name="Text 7"/>
          <p:cNvSpPr/>
          <p:nvPr/>
        </p:nvSpPr>
        <p:spPr>
          <a:xfrm>
            <a:off x="6553200" y="1930400"/>
            <a:ext cx="4826000" cy="2407920"/>
          </a:xfrm>
          <a:prstGeom prst="roundRect">
            <a:avLst>
              <a:gd name="adj" fmla="val 4219"/>
            </a:avLst>
          </a:prstGeom>
          <a:solidFill>
            <a:srgbClr val="13202F"/>
          </a:solidFill>
          <a:ln/>
        </p:spPr>
        <p:txBody>
          <a:bodyPr wrap="square" lIns="198842" tIns="198842" rIns="67778" bIns="173442" rtlCol="0" anchor="t">
            <a:normAutofit/>
          </a:bodyPr>
          <a:lstStyle/>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network-state/</a:t>
            </a:r>
            <a:endParaRPr lang="en-US" sz="1200" dirty="0">
              <a:latin typeface="Consolas" panose="020B0609020204030204" pitchFamily="49" charset="0"/>
            </a:endParaRPr>
          </a:p>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 inventory.yml      </a:t>
            </a:r>
            <a:r>
              <a:rPr lang="en-US" sz="1200" dirty="0">
                <a:solidFill>
                  <a:srgbClr val="8FA2B5"/>
                </a:solidFill>
                <a:latin typeface="Consolas" panose="020B0609020204030204" pitchFamily="49" charset="0"/>
                <a:ea typeface="JetBrains Mono" pitchFamily="49" charset="-122"/>
                <a:cs typeface="JetBrains Mono" pitchFamily="49" charset="-120"/>
              </a:rPr>
              <a:t>what to collect</a:t>
            </a:r>
            <a:endParaRPr lang="en-US" sz="1200" dirty="0">
              <a:latin typeface="Consolas" panose="020B0609020204030204" pitchFamily="49" charset="0"/>
            </a:endParaRPr>
          </a:p>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 collect.py         </a:t>
            </a:r>
            <a:r>
              <a:rPr lang="en-US" sz="1200" dirty="0">
                <a:solidFill>
                  <a:srgbClr val="8FA2B5"/>
                </a:solidFill>
                <a:latin typeface="Consolas" panose="020B0609020204030204" pitchFamily="49" charset="0"/>
                <a:ea typeface="JetBrains Mono" pitchFamily="49" charset="-122"/>
                <a:cs typeface="JetBrains Mono" pitchFamily="49" charset="-120"/>
              </a:rPr>
              <a:t>read-only, nightly</a:t>
            </a:r>
            <a:endParaRPr lang="en-US" sz="1200" dirty="0">
              <a:latin typeface="Consolas" panose="020B0609020204030204" pitchFamily="49" charset="0"/>
            </a:endParaRPr>
          </a:p>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 configs/</a:t>
            </a:r>
            <a:endParaRPr lang="en-US" sz="1200" dirty="0">
              <a:latin typeface="Consolas" panose="020B0609020204030204" pitchFamily="49" charset="0"/>
            </a:endParaRPr>
          </a:p>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   ├── dc1/dc1-leaf1a.cfg</a:t>
            </a:r>
            <a:endParaRPr lang="en-US" sz="1200" dirty="0">
              <a:latin typeface="Consolas" panose="020B0609020204030204" pitchFamily="49" charset="0"/>
            </a:endParaRPr>
          </a:p>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   ├── campus/hq-idf1.cfg</a:t>
            </a:r>
            <a:endParaRPr lang="en-US" sz="1200" dirty="0">
              <a:latin typeface="Consolas" panose="020B0609020204030204" pitchFamily="49" charset="0"/>
            </a:endParaRPr>
          </a:p>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   └── fw/hq-fw01.xml</a:t>
            </a:r>
            <a:endParaRPr lang="en-US" sz="1200" dirty="0">
              <a:latin typeface="Consolas" panose="020B0609020204030204" pitchFamily="49" charset="0"/>
            </a:endParaRPr>
          </a:p>
          <a:p>
            <a:pPr marL="0" indent="0" algn="l">
              <a:lnSpc>
                <a:spcPts val="1920"/>
              </a:lnSpc>
              <a:buNone/>
            </a:pPr>
            <a:r>
              <a:rPr lang="en-US" sz="1200" dirty="0">
                <a:solidFill>
                  <a:srgbClr val="E8EDF2"/>
                </a:solidFill>
                <a:latin typeface="Consolas" panose="020B0609020204030204" pitchFamily="49" charset="0"/>
                <a:ea typeface="JetBrains Mono" pitchFamily="49" charset="-122"/>
                <a:cs typeface="JetBrains Mono" pitchFamily="49" charset="-120"/>
              </a:rPr>
              <a:t>└── tests/             </a:t>
            </a:r>
            <a:r>
              <a:rPr lang="en-US" sz="1200" dirty="0">
                <a:solidFill>
                  <a:srgbClr val="E8904A"/>
                </a:solidFill>
                <a:latin typeface="Consolas" panose="020B0609020204030204" pitchFamily="49" charset="0"/>
                <a:ea typeface="JetBrains Mono" pitchFamily="49" charset="-122"/>
                <a:cs typeface="JetBrains Mono" pitchFamily="49" charset="-120"/>
              </a:rPr>
              <a:t>step 4</a:t>
            </a:r>
            <a:endParaRPr lang="en-US" sz="1200" dirty="0">
              <a:latin typeface="Consolas" panose="020B0609020204030204" pitchFamily="49" charset="0"/>
            </a:endParaRPr>
          </a:p>
        </p:txBody>
      </p:sp>
      <p:sp>
        <p:nvSpPr>
          <p:cNvPr id="10" name="Shape 8"/>
          <p:cNvSpPr/>
          <p:nvPr/>
        </p:nvSpPr>
        <p:spPr>
          <a:xfrm>
            <a:off x="815975" y="4519296"/>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11" name="Text 9"/>
          <p:cNvSpPr/>
          <p:nvPr/>
        </p:nvSpPr>
        <p:spPr>
          <a:xfrm>
            <a:off x="932180" y="4597400"/>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KNOW</a:t>
            </a:r>
            <a:endParaRPr lang="en-US" sz="1200" dirty="0"/>
          </a:p>
        </p:txBody>
      </p:sp>
      <p:sp>
        <p:nvSpPr>
          <p:cNvPr id="12" name="Text 10"/>
          <p:cNvSpPr/>
          <p:nvPr/>
        </p:nvSpPr>
        <p:spPr>
          <a:xfrm>
            <a:off x="932180" y="4823464"/>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Collection</a:t>
            </a:r>
            <a:endParaRPr lang="en-US" sz="1200" dirty="0"/>
          </a:p>
        </p:txBody>
      </p:sp>
      <p:sp>
        <p:nvSpPr>
          <p:cNvPr id="13" name="Text 11"/>
          <p:cNvSpPr/>
          <p:nvPr/>
        </p:nvSpPr>
        <p:spPr>
          <a:xfrm>
            <a:off x="2589689" y="4519296"/>
            <a:ext cx="1691243"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CHANGE</a:t>
            </a:r>
            <a:endParaRPr lang="en-US" sz="1200" dirty="0"/>
          </a:p>
        </p:txBody>
      </p:sp>
      <p:sp>
        <p:nvSpPr>
          <p:cNvPr id="14" name="Text 12"/>
          <p:cNvSpPr/>
          <p:nvPr/>
        </p:nvSpPr>
        <p:spPr>
          <a:xfrm>
            <a:off x="4363482" y="4519296"/>
            <a:ext cx="1691164"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PROVE</a:t>
            </a:r>
            <a:endParaRPr lang="en-US" sz="1200" dirty="0"/>
          </a:p>
        </p:txBody>
      </p:sp>
      <p:sp>
        <p:nvSpPr>
          <p:cNvPr id="15" name="Text 13"/>
          <p:cNvSpPr/>
          <p:nvPr/>
        </p:nvSpPr>
        <p:spPr>
          <a:xfrm>
            <a:off x="6137196" y="4519296"/>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REACT</a:t>
            </a:r>
            <a:endParaRPr lang="en-US" sz="1200" dirty="0"/>
          </a:p>
        </p:txBody>
      </p:sp>
      <p:sp>
        <p:nvSpPr>
          <p:cNvPr id="16" name="Text 14"/>
          <p:cNvSpPr/>
          <p:nvPr/>
        </p:nvSpPr>
        <p:spPr>
          <a:xfrm>
            <a:off x="7910989" y="4519296"/>
            <a:ext cx="1691243" cy="595630"/>
          </a:xfrm>
          <a:prstGeom prst="roundRect">
            <a:avLst>
              <a:gd name="adj" fmla="val 12260"/>
            </a:avLst>
          </a:prstGeom>
          <a:noFill/>
          <a:ln w="6350">
            <a:solidFill>
              <a:srgbClr val="CFC9BC"/>
            </a:solidFill>
            <a:prstDash val="solid"/>
          </a:ln>
        </p:spPr>
        <p:txBody>
          <a:bodyPr wrap="square" lIns="94816"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GOVERN</a:t>
            </a:r>
            <a:endParaRPr lang="en-US" sz="1200" dirty="0"/>
          </a:p>
        </p:txBody>
      </p:sp>
      <p:sp>
        <p:nvSpPr>
          <p:cNvPr id="17" name="Text 15"/>
          <p:cNvSpPr/>
          <p:nvPr/>
        </p:nvSpPr>
        <p:spPr>
          <a:xfrm>
            <a:off x="9684782" y="4519296"/>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SERVE</a:t>
            </a:r>
            <a:endParaRPr lang="en-US" sz="1200" dirty="0"/>
          </a:p>
        </p:txBody>
      </p:sp>
      <p:sp>
        <p:nvSpPr>
          <p:cNvPr id="20" name="Text 0">
            <a:extLst>
              <a:ext uri="{FF2B5EF4-FFF2-40B4-BE49-F238E27FC236}">
                <a16:creationId xmlns:a16="http://schemas.microsoft.com/office/drawing/2014/main" id="{94904E0D-D66C-FA7C-985C-FBC54ACD0735}"/>
              </a:ext>
            </a:extLst>
          </p:cNvPr>
          <p:cNvSpPr txBox="1">
            <a:spLocks/>
          </p:cNvSpPr>
          <p:nvPr/>
        </p:nvSpPr>
        <p:spPr>
          <a:xfrm>
            <a:off x="812800" y="812800"/>
            <a:ext cx="8447741" cy="47244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3202F"/>
                </a:solidFill>
                <a:latin typeface="IBM Plex Sans" pitchFamily="34" charset="0"/>
                <a:ea typeface="IBM Plex Sans" pitchFamily="34" charset="-122"/>
                <a:cs typeface="IBM Plex Sans" pitchFamily="34" charset="-120"/>
              </a:defRPr>
            </a:lvl1pPr>
          </a:lstStyle>
          <a:p>
            <a:pPr>
              <a:lnSpc>
                <a:spcPts val="3520"/>
              </a:lnSpc>
            </a:pPr>
            <a:r>
              <a:rPr lang="en-US" b="1" dirty="0"/>
              <a:t>Configs in git, on a schedule</a:t>
            </a:r>
            <a:endParaRPr lang="en-US" dirty="0"/>
          </a:p>
        </p:txBody>
      </p:sp>
      <p:sp>
        <p:nvSpPr>
          <p:cNvPr id="2" name="Oval 1">
            <a:extLst>
              <a:ext uri="{FF2B5EF4-FFF2-40B4-BE49-F238E27FC236}">
                <a16:creationId xmlns:a16="http://schemas.microsoft.com/office/drawing/2014/main" id="{A9459CFA-5EC6-8D98-FA3F-C9EEFB89BAF7}"/>
              </a:ext>
            </a:extLst>
          </p:cNvPr>
          <p:cNvSpPr/>
          <p:nvPr/>
        </p:nvSpPr>
        <p:spPr>
          <a:xfrm>
            <a:off x="105507" y="101221"/>
            <a:ext cx="513862" cy="50995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9963566" y="118036"/>
            <a:ext cx="2065576" cy="314960"/>
          </a:xfrm>
          <a:prstGeom prst="roundRect">
            <a:avLst>
              <a:gd name="adj" fmla="val 48387"/>
            </a:avLst>
          </a:prstGeom>
          <a:solidFill>
            <a:srgbClr val="E6EEF6"/>
          </a:solidFill>
          <a:ln/>
        </p:spPr>
        <p:txBody>
          <a:bodyPr wrap="none" lIns="0" tIns="0" rIns="0" bIns="0" rtlCol="0" anchor="ctr">
            <a:normAutofit/>
          </a:bodyPr>
          <a:lstStyle/>
          <a:p>
            <a:pPr marL="0" indent="0" algn="ctr">
              <a:lnSpc>
                <a:spcPts val="1680"/>
              </a:lnSpc>
              <a:buNone/>
            </a:pPr>
            <a:r>
              <a:rPr lang="en-US" sz="1200" b="1" dirty="0">
                <a:solidFill>
                  <a:srgbClr val="1F4E7A"/>
                </a:solidFill>
                <a:latin typeface="IBM Plex Sans" pitchFamily="34" charset="0"/>
                <a:ea typeface="IBM Plex Sans" pitchFamily="34" charset="-122"/>
                <a:cs typeface="IBM Plex Sans" pitchFamily="34" charset="-120"/>
              </a:rPr>
              <a:t>Risk: none · offline copies</a:t>
            </a:r>
            <a:endParaRPr lang="en-US" sz="1200" dirty="0"/>
          </a:p>
        </p:txBody>
      </p:sp>
      <p:sp>
        <p:nvSpPr>
          <p:cNvPr id="5" name="Text 3"/>
          <p:cNvSpPr/>
          <p:nvPr/>
        </p:nvSpPr>
        <p:spPr>
          <a:xfrm>
            <a:off x="812800" y="1930400"/>
            <a:ext cx="408127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Outage from a bad port config?</a:t>
            </a:r>
            <a:r>
              <a:rPr lang="en-US" sz="1400" dirty="0">
                <a:solidFill>
                  <a:srgbClr val="46505C"/>
                </a:solidFill>
                <a:latin typeface="IBM Plex Sans" pitchFamily="34" charset="0"/>
                <a:ea typeface="IBM Plex Sans" pitchFamily="34" charset="-122"/>
                <a:cs typeface="IBM Plex Sans" pitchFamily="34" charset="-120"/>
              </a:rPr>
              <a:t> Write a test that finds it anywhere.</a:t>
            </a:r>
            <a:endParaRPr lang="en-US" sz="1400" dirty="0"/>
          </a:p>
        </p:txBody>
      </p:sp>
      <p:sp>
        <p:nvSpPr>
          <p:cNvPr id="6" name="Text 4"/>
          <p:cNvSpPr/>
          <p:nvPr/>
        </p:nvSpPr>
        <p:spPr>
          <a:xfrm>
            <a:off x="812800" y="2555242"/>
            <a:ext cx="408127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Governance rule?</a:t>
            </a:r>
            <a:r>
              <a:rPr lang="en-US" sz="1400" dirty="0">
                <a:solidFill>
                  <a:srgbClr val="46505C"/>
                </a:solidFill>
                <a:latin typeface="IBM Plex Sans" pitchFamily="34" charset="0"/>
                <a:ea typeface="IBM Plex Sans" pitchFamily="34" charset="-122"/>
                <a:cs typeface="IBM Plex Sans" pitchFamily="34" charset="-120"/>
              </a:rPr>
              <a:t> Every new firewall rule needs a ServiceNow ticket in its description.</a:t>
            </a:r>
            <a:endParaRPr lang="en-US" sz="1400" dirty="0"/>
          </a:p>
        </p:txBody>
      </p:sp>
      <p:sp>
        <p:nvSpPr>
          <p:cNvPr id="7" name="Text 5"/>
          <p:cNvSpPr/>
          <p:nvPr/>
        </p:nvSpPr>
        <p:spPr>
          <a:xfrm>
            <a:off x="812800" y="3180079"/>
            <a:ext cx="408127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Nightly, on step 3's backups.</a:t>
            </a:r>
            <a:r>
              <a:rPr lang="en-US" sz="1400" dirty="0">
                <a:solidFill>
                  <a:srgbClr val="46505C"/>
                </a:solidFill>
                <a:latin typeface="IBM Plex Sans" pitchFamily="34" charset="0"/>
                <a:ea typeface="IBM Plex Sans" pitchFamily="34" charset="-122"/>
                <a:cs typeface="IBM Plex Sans" pitchFamily="34" charset="-120"/>
              </a:rPr>
              <a:t> Failures go to a Teams Workflows webhook.</a:t>
            </a:r>
            <a:endParaRPr lang="en-US" sz="1400" dirty="0"/>
          </a:p>
        </p:txBody>
      </p:sp>
      <p:sp>
        <p:nvSpPr>
          <p:cNvPr id="8" name="Text 6"/>
          <p:cNvSpPr/>
          <p:nvPr/>
        </p:nvSpPr>
        <p:spPr>
          <a:xfrm>
            <a:off x="812800" y="3804921"/>
            <a:ext cx="408127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Still zero risk:</a:t>
            </a:r>
            <a:r>
              <a:rPr lang="en-US" sz="1400" dirty="0">
                <a:solidFill>
                  <a:srgbClr val="46505C"/>
                </a:solidFill>
                <a:latin typeface="IBM Plex Sans" pitchFamily="34" charset="0"/>
                <a:ea typeface="IBM Plex Sans" pitchFamily="34" charset="-122"/>
                <a:cs typeface="IBM Plex Sans" pitchFamily="34" charset="-120"/>
              </a:rPr>
              <a:t> offline and read-only. Let AI write the code for the tests.</a:t>
            </a:r>
            <a:endParaRPr lang="en-US" sz="1400" dirty="0"/>
          </a:p>
        </p:txBody>
      </p:sp>
      <p:sp>
        <p:nvSpPr>
          <p:cNvPr id="9" name="Text 7"/>
          <p:cNvSpPr/>
          <p:nvPr/>
        </p:nvSpPr>
        <p:spPr>
          <a:xfrm>
            <a:off x="5029200" y="1930400"/>
            <a:ext cx="6350000" cy="3007360"/>
          </a:xfrm>
          <a:prstGeom prst="roundRect">
            <a:avLst>
              <a:gd name="adj" fmla="val 3378"/>
            </a:avLst>
          </a:prstGeom>
          <a:solidFill>
            <a:srgbClr val="13202F"/>
          </a:solidFill>
          <a:ln/>
        </p:spPr>
        <p:txBody>
          <a:bodyPr wrap="square" lIns="122642" tIns="148042" rIns="0" bIns="122642" rtlCol="0" anchor="t">
            <a:normAutofit/>
          </a:bodyPr>
          <a:lstStyle/>
          <a:p>
            <a:pPr marL="0" indent="0" algn="l">
              <a:lnSpc>
                <a:spcPts val="1740"/>
              </a:lnSpc>
              <a:buNone/>
            </a:pPr>
            <a:r>
              <a:rPr lang="en-US" sz="1200" dirty="0">
                <a:solidFill>
                  <a:srgbClr val="8FA2B5"/>
                </a:solidFill>
                <a:latin typeface="JetBrains Mono" pitchFamily="49" charset="0"/>
                <a:ea typeface="JetBrains Mono" pitchFamily="49" charset="-122"/>
                <a:cs typeface="JetBrains Mono" pitchFamily="49" charset="-120"/>
              </a:rPr>
              <a:t># tests/test_bpduguard.py</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from pathlib import Path</a:t>
            </a:r>
            <a:endParaRPr lang="en-US" sz="1200" dirty="0"/>
          </a:p>
          <a:p>
            <a:pPr marL="0" indent="0" algn="l">
              <a:lnSpc>
                <a:spcPts val="1740"/>
              </a:lnSpc>
              <a:buNone/>
            </a:pP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def test_access_ports_have_bpduguard():</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missing = []</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for cfg in Path("configs").rglob("*.cfg"):</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for intf in cfg.read_text().split("\ninterface ")[1:]:</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name, _, body = intf.partition("\n")</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body = body.split("\n!")[0]</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if "mode access" in body and "bpduguard" not in body:</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missing.append(f"{cfg.stem} {name}")</a:t>
            </a:r>
            <a:endParaRPr lang="en-US" sz="1200" dirty="0"/>
          </a:p>
          <a:p>
            <a:pPr marL="0" indent="0" algn="l">
              <a:lnSpc>
                <a:spcPts val="1740"/>
              </a:lnSpc>
              <a:buNone/>
            </a:pPr>
            <a:r>
              <a:rPr lang="en-US" sz="1200" dirty="0">
                <a:solidFill>
                  <a:srgbClr val="E8EDF2"/>
                </a:solidFill>
                <a:latin typeface="JetBrains Mono" pitchFamily="49" charset="0"/>
                <a:ea typeface="JetBrains Mono" pitchFamily="49" charset="-122"/>
                <a:cs typeface="JetBrains Mono" pitchFamily="49" charset="-120"/>
              </a:rPr>
              <a:t>    assert not missing, missing</a:t>
            </a:r>
            <a:endParaRPr lang="en-US" sz="1200" dirty="0"/>
          </a:p>
        </p:txBody>
      </p:sp>
      <p:sp>
        <p:nvSpPr>
          <p:cNvPr id="10" name="Text 8"/>
          <p:cNvSpPr/>
          <p:nvPr/>
        </p:nvSpPr>
        <p:spPr>
          <a:xfrm>
            <a:off x="815975" y="5118739"/>
            <a:ext cx="1691164"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KNOW</a:t>
            </a:r>
            <a:endParaRPr lang="en-US" sz="1200" dirty="0"/>
          </a:p>
        </p:txBody>
      </p:sp>
      <p:sp>
        <p:nvSpPr>
          <p:cNvPr id="11" name="Text 9"/>
          <p:cNvSpPr/>
          <p:nvPr/>
        </p:nvSpPr>
        <p:spPr>
          <a:xfrm>
            <a:off x="2589689" y="5118739"/>
            <a:ext cx="1691243"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CHANGE</a:t>
            </a:r>
            <a:endParaRPr lang="en-US" sz="1200" dirty="0"/>
          </a:p>
        </p:txBody>
      </p:sp>
      <p:sp>
        <p:nvSpPr>
          <p:cNvPr id="12" name="Shape 10"/>
          <p:cNvSpPr/>
          <p:nvPr/>
        </p:nvSpPr>
        <p:spPr>
          <a:xfrm>
            <a:off x="4363482" y="5118739"/>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13" name="Text 11"/>
          <p:cNvSpPr/>
          <p:nvPr/>
        </p:nvSpPr>
        <p:spPr>
          <a:xfrm>
            <a:off x="4479687" y="5196842"/>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PROVE</a:t>
            </a:r>
            <a:endParaRPr lang="en-US" sz="1200" dirty="0"/>
          </a:p>
        </p:txBody>
      </p:sp>
      <p:sp>
        <p:nvSpPr>
          <p:cNvPr id="14" name="Text 12"/>
          <p:cNvSpPr/>
          <p:nvPr/>
        </p:nvSpPr>
        <p:spPr>
          <a:xfrm>
            <a:off x="4479687" y="5422900"/>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Compliance</a:t>
            </a:r>
            <a:endParaRPr lang="en-US" sz="1200" dirty="0"/>
          </a:p>
        </p:txBody>
      </p:sp>
      <p:sp>
        <p:nvSpPr>
          <p:cNvPr id="15" name="Text 13"/>
          <p:cNvSpPr/>
          <p:nvPr/>
        </p:nvSpPr>
        <p:spPr>
          <a:xfrm>
            <a:off x="6137196" y="5118739"/>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REACT</a:t>
            </a:r>
            <a:endParaRPr lang="en-US" sz="1200" dirty="0"/>
          </a:p>
        </p:txBody>
      </p:sp>
      <p:sp>
        <p:nvSpPr>
          <p:cNvPr id="16" name="Shape 14"/>
          <p:cNvSpPr/>
          <p:nvPr/>
        </p:nvSpPr>
        <p:spPr>
          <a:xfrm>
            <a:off x="7910989" y="5118739"/>
            <a:ext cx="1691243"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17" name="Text 15"/>
          <p:cNvSpPr/>
          <p:nvPr/>
        </p:nvSpPr>
        <p:spPr>
          <a:xfrm>
            <a:off x="8027194" y="5196842"/>
            <a:ext cx="15096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GOVERN</a:t>
            </a:r>
            <a:endParaRPr lang="en-US" sz="1200" dirty="0"/>
          </a:p>
        </p:txBody>
      </p:sp>
      <p:sp>
        <p:nvSpPr>
          <p:cNvPr id="18" name="Text 16"/>
          <p:cNvSpPr/>
          <p:nvPr/>
        </p:nvSpPr>
        <p:spPr>
          <a:xfrm>
            <a:off x="8027194" y="5422900"/>
            <a:ext cx="15096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Security policy</a:t>
            </a:r>
            <a:endParaRPr lang="en-US" sz="1200" dirty="0"/>
          </a:p>
        </p:txBody>
      </p:sp>
      <p:sp>
        <p:nvSpPr>
          <p:cNvPr id="19" name="Text 17"/>
          <p:cNvSpPr/>
          <p:nvPr/>
        </p:nvSpPr>
        <p:spPr>
          <a:xfrm>
            <a:off x="9684782" y="5118739"/>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SERVE</a:t>
            </a:r>
            <a:endParaRPr lang="en-US" sz="1200" dirty="0"/>
          </a:p>
        </p:txBody>
      </p:sp>
      <p:sp>
        <p:nvSpPr>
          <p:cNvPr id="22" name="Text 0">
            <a:extLst>
              <a:ext uri="{FF2B5EF4-FFF2-40B4-BE49-F238E27FC236}">
                <a16:creationId xmlns:a16="http://schemas.microsoft.com/office/drawing/2014/main" id="{6D73A6AB-5223-BFB9-779F-B58736849970}"/>
              </a:ext>
            </a:extLst>
          </p:cNvPr>
          <p:cNvSpPr txBox="1">
            <a:spLocks/>
          </p:cNvSpPr>
          <p:nvPr/>
        </p:nvSpPr>
        <p:spPr>
          <a:xfrm>
            <a:off x="812800" y="812800"/>
            <a:ext cx="8447741" cy="47244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3202F"/>
                </a:solidFill>
                <a:latin typeface="IBM Plex Sans" pitchFamily="34" charset="0"/>
                <a:ea typeface="IBM Plex Sans" pitchFamily="34" charset="-122"/>
                <a:cs typeface="IBM Plex Sans" pitchFamily="34" charset="-120"/>
              </a:defRPr>
            </a:lvl1pPr>
          </a:lstStyle>
          <a:p>
            <a:pPr>
              <a:lnSpc>
                <a:spcPts val="3520"/>
              </a:lnSpc>
            </a:pPr>
            <a:r>
              <a:rPr lang="en-US" b="1" dirty="0"/>
              <a:t>Network unit tests on your backups</a:t>
            </a:r>
            <a:endParaRPr lang="en-US" dirty="0"/>
          </a:p>
        </p:txBody>
      </p:sp>
      <p:sp>
        <p:nvSpPr>
          <p:cNvPr id="2" name="Oval 1">
            <a:extLst>
              <a:ext uri="{FF2B5EF4-FFF2-40B4-BE49-F238E27FC236}">
                <a16:creationId xmlns:a16="http://schemas.microsoft.com/office/drawing/2014/main" id="{CBFBC74B-B690-8D22-1178-557B559EA3CC}"/>
              </a:ext>
            </a:extLst>
          </p:cNvPr>
          <p:cNvSpPr/>
          <p:nvPr/>
        </p:nvSpPr>
        <p:spPr>
          <a:xfrm>
            <a:off x="105507" y="101221"/>
            <a:ext cx="513862" cy="50995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AI Safety for “</a:t>
            </a:r>
            <a:r>
              <a:rPr lang="en-US" sz="3200" b="1" i="1" dirty="0">
                <a:solidFill>
                  <a:srgbClr val="13202F"/>
                </a:solidFill>
                <a:latin typeface="IBM Plex Sans" pitchFamily="34" charset="0"/>
                <a:ea typeface="IBM Plex Sans" pitchFamily="34" charset="-122"/>
                <a:cs typeface="IBM Plex Sans" pitchFamily="34" charset="-120"/>
              </a:rPr>
              <a:t>Writes”</a:t>
            </a:r>
            <a:endParaRPr lang="en-US" sz="3200" i="1" dirty="0"/>
          </a:p>
        </p:txBody>
      </p:sp>
      <p:sp>
        <p:nvSpPr>
          <p:cNvPr id="3" name="Shape 1"/>
          <p:cNvSpPr/>
          <p:nvPr/>
        </p:nvSpPr>
        <p:spPr>
          <a:xfrm>
            <a:off x="812800" y="1567817"/>
            <a:ext cx="10566400" cy="0"/>
          </a:xfrm>
          <a:prstGeom prst="line">
            <a:avLst/>
          </a:prstGeom>
          <a:noFill/>
          <a:ln w="6350">
            <a:solidFill>
              <a:srgbClr val="CFC9BC"/>
            </a:solidFill>
            <a:prstDash val="solid"/>
          </a:ln>
        </p:spPr>
        <p:txBody>
          <a:bodyPr/>
          <a:lstStyle/>
          <a:p>
            <a:endParaRPr lang="en-US"/>
          </a:p>
        </p:txBody>
      </p:sp>
      <p:sp>
        <p:nvSpPr>
          <p:cNvPr id="4" name="Text 2"/>
          <p:cNvSpPr/>
          <p:nvPr/>
        </p:nvSpPr>
        <p:spPr>
          <a:xfrm>
            <a:off x="812800" y="1722121"/>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A14"/>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473200" y="1808479"/>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AI writes code; people review the code and approve changes</a:t>
            </a:r>
            <a:endParaRPr lang="en-US" sz="1600" dirty="0"/>
          </a:p>
        </p:txBody>
      </p:sp>
      <p:sp>
        <p:nvSpPr>
          <p:cNvPr id="6" name="Shape 4"/>
          <p:cNvSpPr/>
          <p:nvPr/>
        </p:nvSpPr>
        <p:spPr>
          <a:xfrm>
            <a:off x="812800" y="2268854"/>
            <a:ext cx="10566400" cy="0"/>
          </a:xfrm>
          <a:prstGeom prst="line">
            <a:avLst/>
          </a:prstGeom>
          <a:noFill/>
          <a:ln w="6350">
            <a:solidFill>
              <a:srgbClr val="CFC9BC"/>
            </a:solidFill>
            <a:prstDash val="solid"/>
          </a:ln>
        </p:spPr>
        <p:txBody>
          <a:bodyPr/>
          <a:lstStyle/>
          <a:p>
            <a:endParaRPr lang="en-US"/>
          </a:p>
        </p:txBody>
      </p:sp>
      <p:sp>
        <p:nvSpPr>
          <p:cNvPr id="7" name="Text 5"/>
          <p:cNvSpPr/>
          <p:nvPr/>
        </p:nvSpPr>
        <p:spPr>
          <a:xfrm>
            <a:off x="812800" y="2423164"/>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A14"/>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1473200" y="2509521"/>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Prove it in the lab first</a:t>
            </a:r>
            <a:endParaRPr lang="en-US" sz="1600" dirty="0"/>
          </a:p>
        </p:txBody>
      </p:sp>
      <p:sp>
        <p:nvSpPr>
          <p:cNvPr id="9" name="Shape 7"/>
          <p:cNvSpPr/>
          <p:nvPr/>
        </p:nvSpPr>
        <p:spPr>
          <a:xfrm>
            <a:off x="812800" y="2969896"/>
            <a:ext cx="10566400" cy="0"/>
          </a:xfrm>
          <a:prstGeom prst="line">
            <a:avLst/>
          </a:prstGeom>
          <a:noFill/>
          <a:ln w="6350">
            <a:solidFill>
              <a:srgbClr val="CFC9BC"/>
            </a:solidFill>
            <a:prstDash val="solid"/>
          </a:ln>
        </p:spPr>
        <p:txBody>
          <a:bodyPr/>
          <a:lstStyle/>
          <a:p>
            <a:endParaRPr lang="en-US"/>
          </a:p>
        </p:txBody>
      </p:sp>
      <p:sp>
        <p:nvSpPr>
          <p:cNvPr id="10" name="Text 8"/>
          <p:cNvSpPr/>
          <p:nvPr/>
        </p:nvSpPr>
        <p:spPr>
          <a:xfrm>
            <a:off x="812800" y="3124200"/>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A14"/>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1473200" y="3210564"/>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Capture state before and after</a:t>
            </a:r>
            <a:r>
              <a:rPr lang="en-US" sz="1600" dirty="0">
                <a:solidFill>
                  <a:srgbClr val="46505C"/>
                </a:solidFill>
                <a:latin typeface="IBM Plex Sans" pitchFamily="34" charset="0"/>
                <a:ea typeface="IBM Plex Sans" pitchFamily="34" charset="-122"/>
                <a:cs typeface="IBM Plex Sans" pitchFamily="34" charset="-120"/>
              </a:rPr>
              <a:t> (and stop when the diff is wrong)</a:t>
            </a:r>
            <a:endParaRPr lang="en-US" sz="1600" dirty="0"/>
          </a:p>
        </p:txBody>
      </p:sp>
      <p:sp>
        <p:nvSpPr>
          <p:cNvPr id="12" name="Shape 10"/>
          <p:cNvSpPr/>
          <p:nvPr/>
        </p:nvSpPr>
        <p:spPr>
          <a:xfrm>
            <a:off x="812800" y="3670939"/>
            <a:ext cx="10566400" cy="0"/>
          </a:xfrm>
          <a:prstGeom prst="line">
            <a:avLst/>
          </a:prstGeom>
          <a:noFill/>
          <a:ln w="6350">
            <a:solidFill>
              <a:srgbClr val="CFC9BC"/>
            </a:solidFill>
            <a:prstDash val="solid"/>
          </a:ln>
        </p:spPr>
        <p:txBody>
          <a:bodyPr/>
          <a:lstStyle/>
          <a:p>
            <a:endParaRPr lang="en-US"/>
          </a:p>
        </p:txBody>
      </p:sp>
      <p:sp>
        <p:nvSpPr>
          <p:cNvPr id="13" name="Text 11"/>
          <p:cNvSpPr/>
          <p:nvPr/>
        </p:nvSpPr>
        <p:spPr>
          <a:xfrm>
            <a:off x="812800" y="3825242"/>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A14"/>
                </a:solidFill>
                <a:latin typeface="IBM Plex Sans" pitchFamily="34" charset="0"/>
                <a:ea typeface="IBM Plex Sans" pitchFamily="34" charset="-122"/>
                <a:cs typeface="IBM Plex Sans" pitchFamily="34" charset="-120"/>
              </a:rPr>
              <a:t>4</a:t>
            </a:r>
            <a:endParaRPr lang="en-US" sz="2200" dirty="0"/>
          </a:p>
        </p:txBody>
      </p:sp>
      <p:sp>
        <p:nvSpPr>
          <p:cNvPr id="14" name="Text 12"/>
          <p:cNvSpPr/>
          <p:nvPr/>
        </p:nvSpPr>
        <p:spPr>
          <a:xfrm>
            <a:off x="1473200" y="3911600"/>
            <a:ext cx="1020318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3202F"/>
                </a:solidFill>
                <a:latin typeface="IBM Plex Sans" pitchFamily="34" charset="0"/>
                <a:ea typeface="IBM Plex Sans" pitchFamily="34" charset="-122"/>
                <a:cs typeface="IBM Plex Sans" pitchFamily="34" charset="-120"/>
              </a:rPr>
              <a:t>Start small:</a:t>
            </a:r>
            <a:r>
              <a:rPr lang="en-US" sz="1600" dirty="0">
                <a:solidFill>
                  <a:srgbClr val="46505C"/>
                </a:solidFill>
                <a:latin typeface="IBM Plex Sans" pitchFamily="34" charset="0"/>
                <a:ea typeface="IBM Plex Sans" pitchFamily="34" charset="-122"/>
                <a:cs typeface="IBM Plex Sans" pitchFamily="34" charset="-120"/>
              </a:rPr>
              <a:t> one device or HA pair, in a change window, with a human go/no-go.</a:t>
            </a:r>
            <a:endParaRPr lang="en-US" sz="1600" dirty="0"/>
          </a:p>
        </p:txBody>
      </p:sp>
      <p:sp>
        <p:nvSpPr>
          <p:cNvPr id="15" name="Shape 13"/>
          <p:cNvSpPr/>
          <p:nvPr/>
        </p:nvSpPr>
        <p:spPr>
          <a:xfrm>
            <a:off x="812800" y="4371975"/>
            <a:ext cx="10566400" cy="0"/>
          </a:xfrm>
          <a:prstGeom prst="line">
            <a:avLst/>
          </a:prstGeom>
          <a:noFill/>
          <a:ln w="6350">
            <a:solidFill>
              <a:srgbClr val="CFC9BC"/>
            </a:solidFill>
            <a:prstDash val="solid"/>
          </a:ln>
        </p:spPr>
        <p:txBody>
          <a:bodyPr/>
          <a:lstStyle/>
          <a:p>
            <a:endParaRPr lang="en-US"/>
          </a:p>
        </p:txBody>
      </p:sp>
      <p:sp>
        <p:nvSpPr>
          <p:cNvPr id="16" name="Shape 14"/>
          <p:cNvSpPr/>
          <p:nvPr/>
        </p:nvSpPr>
        <p:spPr>
          <a:xfrm>
            <a:off x="812800" y="5071745"/>
            <a:ext cx="10566400" cy="0"/>
          </a:xfrm>
          <a:prstGeom prst="line">
            <a:avLst/>
          </a:prstGeom>
          <a:noFill/>
          <a:ln w="6350">
            <a:solidFill>
              <a:srgbClr val="CFC9BC"/>
            </a:solidFill>
            <a:prstDash val="solid"/>
          </a:ln>
        </p:spPr>
        <p:txBody>
          <a:bodyPr/>
          <a:lstStyle/>
          <a:p>
            <a:endParaRPr lang="en-US"/>
          </a:p>
        </p:txBody>
      </p:sp>
      <p:sp>
        <p:nvSpPr>
          <p:cNvPr id="17" name="Text 15"/>
          <p:cNvSpPr/>
          <p:nvPr/>
        </p:nvSpPr>
        <p:spPr>
          <a:xfrm>
            <a:off x="812800" y="4526279"/>
            <a:ext cx="5080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A14"/>
                </a:solidFill>
                <a:latin typeface="IBM Plex Sans" pitchFamily="34" charset="0"/>
                <a:ea typeface="IBM Plex Sans" pitchFamily="34" charset="-122"/>
                <a:cs typeface="IBM Plex Sans" pitchFamily="34" charset="-120"/>
              </a:rPr>
              <a:t>5</a:t>
            </a:r>
            <a:endParaRPr lang="en-US" sz="2200" dirty="0"/>
          </a:p>
        </p:txBody>
      </p:sp>
      <p:sp>
        <p:nvSpPr>
          <p:cNvPr id="18" name="Text 16"/>
          <p:cNvSpPr/>
          <p:nvPr/>
        </p:nvSpPr>
        <p:spPr>
          <a:xfrm>
            <a:off x="1473200" y="4612642"/>
            <a:ext cx="10203180" cy="299720"/>
          </a:xfrm>
          <a:prstGeom prst="rect">
            <a:avLst/>
          </a:prstGeom>
          <a:noFill/>
          <a:ln/>
        </p:spPr>
        <p:txBody>
          <a:bodyPr wrap="square" lIns="0" tIns="0" rIns="0" bIns="0" rtlCol="0" anchor="t">
            <a:normAutofit/>
          </a:bodyPr>
          <a:lstStyle/>
          <a:p>
            <a:pPr>
              <a:lnSpc>
                <a:spcPts val="2160"/>
              </a:lnSpc>
            </a:pPr>
            <a:r>
              <a:rPr lang="en-US" sz="1600" b="1" dirty="0">
                <a:solidFill>
                  <a:srgbClr val="13202F"/>
                </a:solidFill>
                <a:latin typeface="IBM Plex Sans" pitchFamily="34" charset="0"/>
                <a:ea typeface="IBM Plex Sans" pitchFamily="34" charset="-122"/>
                <a:cs typeface="IBM Plex Sans" pitchFamily="34" charset="-120"/>
              </a:rPr>
              <a:t>Use </a:t>
            </a:r>
            <a:r>
              <a:rPr lang="en-US" sz="1600" b="1" dirty="0" err="1">
                <a:solidFill>
                  <a:srgbClr val="13202F"/>
                </a:solidFill>
                <a:latin typeface="IBM Plex Sans" pitchFamily="34" charset="0"/>
                <a:ea typeface="IBM Plex Sans" pitchFamily="34" charset="-122"/>
                <a:cs typeface="IBM Plex Sans" pitchFamily="34" charset="-120"/>
              </a:rPr>
              <a:t>AGENTS.md</a:t>
            </a:r>
            <a:r>
              <a:rPr lang="en-US" sz="1600" b="1" dirty="0">
                <a:solidFill>
                  <a:srgbClr val="13202F"/>
                </a:solidFill>
                <a:latin typeface="IBM Plex Sans" pitchFamily="34" charset="0"/>
                <a:ea typeface="IBM Plex Sans" pitchFamily="34" charset="-122"/>
                <a:cs typeface="IBM Plex Sans" pitchFamily="34" charset="-120"/>
              </a:rPr>
              <a:t> &amp; detailed specifications </a:t>
            </a:r>
            <a:r>
              <a:rPr lang="en-US" sz="1600" dirty="0">
                <a:solidFill>
                  <a:srgbClr val="46505C"/>
                </a:solidFill>
                <a:latin typeface="IBM Plex Sans" pitchFamily="34" charset="0"/>
                <a:ea typeface="IBM Plex Sans" pitchFamily="34" charset="-122"/>
                <a:cs typeface="IBM Plex Sans" pitchFamily="34" charset="-120"/>
              </a:rPr>
              <a:t>(outsource coding not architecture)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8950722" y="101598"/>
            <a:ext cx="3078956" cy="314960"/>
          </a:xfrm>
          <a:prstGeom prst="roundRect">
            <a:avLst>
              <a:gd name="adj" fmla="val 48387"/>
            </a:avLst>
          </a:prstGeom>
          <a:solidFill>
            <a:srgbClr val="FBEFE3"/>
          </a:solidFill>
          <a:ln/>
        </p:spPr>
        <p:txBody>
          <a:bodyPr wrap="none" lIns="0" tIns="0" rIns="0" bIns="0" rtlCol="0" anchor="ctr">
            <a:normAutofit/>
          </a:bodyPr>
          <a:lstStyle/>
          <a:p>
            <a:pPr marL="0" indent="0" algn="ctr">
              <a:lnSpc>
                <a:spcPts val="1680"/>
              </a:lnSpc>
              <a:buNone/>
            </a:pPr>
            <a:r>
              <a:rPr lang="en-US" sz="1200" b="1" dirty="0">
                <a:solidFill>
                  <a:srgbClr val="8A3F0A"/>
                </a:solidFill>
                <a:latin typeface="IBM Plex Sans" pitchFamily="34" charset="0"/>
                <a:ea typeface="IBM Plex Sans" pitchFamily="34" charset="-122"/>
                <a:cs typeface="IBM Plex Sans" pitchFamily="34" charset="-120"/>
              </a:rPr>
              <a:t>Risk: medium · writes one device or pair</a:t>
            </a:r>
            <a:endParaRPr lang="en-US" sz="1200" dirty="0"/>
          </a:p>
        </p:txBody>
      </p:sp>
      <p:sp>
        <p:nvSpPr>
          <p:cNvPr id="5" name="Shape 3"/>
          <p:cNvSpPr/>
          <p:nvPr/>
        </p:nvSpPr>
        <p:spPr>
          <a:xfrm>
            <a:off x="815975" y="2032639"/>
            <a:ext cx="1822450" cy="643890"/>
          </a:xfrm>
          <a:prstGeom prst="roundRect">
            <a:avLst>
              <a:gd name="adj" fmla="val 11341"/>
            </a:avLst>
          </a:prstGeom>
          <a:solidFill>
            <a:srgbClr val="FDFCF9"/>
          </a:solidFill>
          <a:ln w="6350">
            <a:solidFill>
              <a:srgbClr val="DDD8CC"/>
            </a:solidFill>
            <a:prstDash val="solid"/>
          </a:ln>
        </p:spPr>
        <p:txBody>
          <a:bodyPr/>
          <a:lstStyle/>
          <a:p>
            <a:endParaRPr lang="en-US"/>
          </a:p>
        </p:txBody>
      </p:sp>
      <p:sp>
        <p:nvSpPr>
          <p:cNvPr id="6" name="Text 4"/>
          <p:cNvSpPr/>
          <p:nvPr/>
        </p:nvSpPr>
        <p:spPr>
          <a:xfrm>
            <a:off x="944880" y="2136142"/>
            <a:ext cx="1615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1</a:t>
            </a:r>
            <a:endParaRPr lang="en-US" sz="1200" dirty="0"/>
          </a:p>
        </p:txBody>
      </p:sp>
      <p:sp>
        <p:nvSpPr>
          <p:cNvPr id="7" name="Text 5"/>
          <p:cNvSpPr/>
          <p:nvPr/>
        </p:nvSpPr>
        <p:spPr>
          <a:xfrm>
            <a:off x="944880" y="2374900"/>
            <a:ext cx="161544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02F"/>
                </a:solidFill>
                <a:latin typeface="IBM Plex Sans" pitchFamily="34" charset="0"/>
                <a:ea typeface="IBM Plex Sans" pitchFamily="34" charset="-122"/>
                <a:cs typeface="IBM Plex Sans" pitchFamily="34" charset="-120"/>
              </a:rPr>
              <a:t>Capture state</a:t>
            </a:r>
            <a:endParaRPr lang="en-US" sz="1300" dirty="0"/>
          </a:p>
        </p:txBody>
      </p:sp>
      <p:sp>
        <p:nvSpPr>
          <p:cNvPr id="8" name="Text 6"/>
          <p:cNvSpPr/>
          <p:nvPr/>
        </p:nvSpPr>
        <p:spPr>
          <a:xfrm>
            <a:off x="2616200" y="2194564"/>
            <a:ext cx="4064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9" name="Shape 7"/>
          <p:cNvSpPr/>
          <p:nvPr/>
        </p:nvSpPr>
        <p:spPr>
          <a:xfrm>
            <a:off x="3000375" y="2032639"/>
            <a:ext cx="1822450" cy="643890"/>
          </a:xfrm>
          <a:prstGeom prst="roundRect">
            <a:avLst>
              <a:gd name="adj" fmla="val 11341"/>
            </a:avLst>
          </a:prstGeom>
          <a:solidFill>
            <a:srgbClr val="FDFCF9"/>
          </a:solidFill>
          <a:ln w="6350">
            <a:solidFill>
              <a:srgbClr val="DDD8CC"/>
            </a:solidFill>
            <a:prstDash val="solid"/>
          </a:ln>
        </p:spPr>
        <p:txBody>
          <a:bodyPr/>
          <a:lstStyle/>
          <a:p>
            <a:endParaRPr lang="en-US"/>
          </a:p>
        </p:txBody>
      </p:sp>
      <p:sp>
        <p:nvSpPr>
          <p:cNvPr id="10" name="Text 8"/>
          <p:cNvSpPr/>
          <p:nvPr/>
        </p:nvSpPr>
        <p:spPr>
          <a:xfrm>
            <a:off x="3129280" y="2136142"/>
            <a:ext cx="1615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2</a:t>
            </a:r>
            <a:endParaRPr lang="en-US" sz="1200" dirty="0"/>
          </a:p>
        </p:txBody>
      </p:sp>
      <p:sp>
        <p:nvSpPr>
          <p:cNvPr id="11" name="Text 9"/>
          <p:cNvSpPr/>
          <p:nvPr/>
        </p:nvSpPr>
        <p:spPr>
          <a:xfrm>
            <a:off x="3129280" y="2374900"/>
            <a:ext cx="161544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02F"/>
                </a:solidFill>
                <a:latin typeface="IBM Plex Sans" pitchFamily="34" charset="0"/>
                <a:ea typeface="IBM Plex Sans" pitchFamily="34" charset="-122"/>
                <a:cs typeface="IBM Plex Sans" pitchFamily="34" charset="-120"/>
              </a:rPr>
              <a:t>Pre-checks</a:t>
            </a:r>
            <a:endParaRPr lang="en-US" sz="1300" dirty="0"/>
          </a:p>
        </p:txBody>
      </p:sp>
      <p:sp>
        <p:nvSpPr>
          <p:cNvPr id="12" name="Text 10"/>
          <p:cNvSpPr/>
          <p:nvPr/>
        </p:nvSpPr>
        <p:spPr>
          <a:xfrm>
            <a:off x="4800600" y="2194564"/>
            <a:ext cx="4064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13" name="Shape 11"/>
          <p:cNvSpPr/>
          <p:nvPr/>
        </p:nvSpPr>
        <p:spPr>
          <a:xfrm>
            <a:off x="5184775" y="1933575"/>
            <a:ext cx="1822450" cy="842010"/>
          </a:xfrm>
          <a:prstGeom prst="roundRect">
            <a:avLst>
              <a:gd name="adj" fmla="val 8673"/>
            </a:avLst>
          </a:prstGeom>
          <a:solidFill>
            <a:srgbClr val="FDFCF9"/>
          </a:solidFill>
          <a:ln w="6350">
            <a:solidFill>
              <a:srgbClr val="DDD8CC"/>
            </a:solidFill>
            <a:prstDash val="solid"/>
          </a:ln>
        </p:spPr>
        <p:txBody>
          <a:bodyPr/>
          <a:lstStyle/>
          <a:p>
            <a:endParaRPr lang="en-US"/>
          </a:p>
        </p:txBody>
      </p:sp>
      <p:sp>
        <p:nvSpPr>
          <p:cNvPr id="14" name="Text 12"/>
          <p:cNvSpPr/>
          <p:nvPr/>
        </p:nvSpPr>
        <p:spPr>
          <a:xfrm>
            <a:off x="5313680" y="2037079"/>
            <a:ext cx="1615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3</a:t>
            </a:r>
            <a:endParaRPr lang="en-US" sz="1200" dirty="0"/>
          </a:p>
        </p:txBody>
      </p:sp>
      <p:sp>
        <p:nvSpPr>
          <p:cNvPr id="15" name="Text 13"/>
          <p:cNvSpPr/>
          <p:nvPr/>
        </p:nvSpPr>
        <p:spPr>
          <a:xfrm>
            <a:off x="5313680" y="2275842"/>
            <a:ext cx="1615440" cy="42164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02F"/>
                </a:solidFill>
                <a:latin typeface="IBM Plex Sans" pitchFamily="34" charset="0"/>
                <a:ea typeface="IBM Plex Sans" pitchFamily="34" charset="-122"/>
                <a:cs typeface="IBM Plex Sans" pitchFamily="34" charset="-120"/>
              </a:rPr>
              <a:t>Upgrade standby, then peer</a:t>
            </a:r>
            <a:endParaRPr lang="en-US" sz="1300" dirty="0"/>
          </a:p>
        </p:txBody>
      </p:sp>
      <p:sp>
        <p:nvSpPr>
          <p:cNvPr id="16" name="Text 14"/>
          <p:cNvSpPr/>
          <p:nvPr/>
        </p:nvSpPr>
        <p:spPr>
          <a:xfrm>
            <a:off x="6985000" y="2194564"/>
            <a:ext cx="4064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17" name="Shape 15"/>
          <p:cNvSpPr/>
          <p:nvPr/>
        </p:nvSpPr>
        <p:spPr>
          <a:xfrm>
            <a:off x="7369175" y="2032639"/>
            <a:ext cx="1822450" cy="643890"/>
          </a:xfrm>
          <a:prstGeom prst="roundRect">
            <a:avLst>
              <a:gd name="adj" fmla="val 11341"/>
            </a:avLst>
          </a:prstGeom>
          <a:solidFill>
            <a:srgbClr val="FDFCF9"/>
          </a:solidFill>
          <a:ln w="6350">
            <a:solidFill>
              <a:srgbClr val="DDD8CC"/>
            </a:solidFill>
            <a:prstDash val="solid"/>
          </a:ln>
        </p:spPr>
        <p:txBody>
          <a:bodyPr/>
          <a:lstStyle/>
          <a:p>
            <a:endParaRPr lang="en-US"/>
          </a:p>
        </p:txBody>
      </p:sp>
      <p:sp>
        <p:nvSpPr>
          <p:cNvPr id="18" name="Text 16"/>
          <p:cNvSpPr/>
          <p:nvPr/>
        </p:nvSpPr>
        <p:spPr>
          <a:xfrm>
            <a:off x="7498080" y="2136142"/>
            <a:ext cx="1615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4</a:t>
            </a:r>
            <a:endParaRPr lang="en-US" sz="1200" dirty="0"/>
          </a:p>
        </p:txBody>
      </p:sp>
      <p:sp>
        <p:nvSpPr>
          <p:cNvPr id="19" name="Text 17"/>
          <p:cNvSpPr/>
          <p:nvPr/>
        </p:nvSpPr>
        <p:spPr>
          <a:xfrm>
            <a:off x="7498080" y="2374900"/>
            <a:ext cx="161544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02F"/>
                </a:solidFill>
                <a:latin typeface="IBM Plex Sans" pitchFamily="34" charset="0"/>
                <a:ea typeface="IBM Plex Sans" pitchFamily="34" charset="-122"/>
                <a:cs typeface="IBM Plex Sans" pitchFamily="34" charset="-120"/>
              </a:rPr>
              <a:t>Capture again</a:t>
            </a:r>
            <a:endParaRPr lang="en-US" sz="1300" dirty="0"/>
          </a:p>
        </p:txBody>
      </p:sp>
      <p:sp>
        <p:nvSpPr>
          <p:cNvPr id="20" name="Text 18"/>
          <p:cNvSpPr/>
          <p:nvPr/>
        </p:nvSpPr>
        <p:spPr>
          <a:xfrm>
            <a:off x="9169400" y="2194564"/>
            <a:ext cx="4064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21" name="Shape 19"/>
          <p:cNvSpPr/>
          <p:nvPr/>
        </p:nvSpPr>
        <p:spPr>
          <a:xfrm>
            <a:off x="9559925" y="2041525"/>
            <a:ext cx="1809750" cy="626110"/>
          </a:xfrm>
          <a:prstGeom prst="roundRect">
            <a:avLst>
              <a:gd name="adj" fmla="val 10649"/>
            </a:avLst>
          </a:prstGeom>
          <a:solidFill>
            <a:srgbClr val="FBEFE3"/>
          </a:solidFill>
          <a:ln w="19050">
            <a:solidFill>
              <a:srgbClr val="E07A2E"/>
            </a:solidFill>
            <a:prstDash val="solid"/>
          </a:ln>
        </p:spPr>
        <p:txBody>
          <a:bodyPr/>
          <a:lstStyle/>
          <a:p>
            <a:endParaRPr lang="en-US"/>
          </a:p>
        </p:txBody>
      </p:sp>
      <p:sp>
        <p:nvSpPr>
          <p:cNvPr id="22" name="Text 20"/>
          <p:cNvSpPr/>
          <p:nvPr/>
        </p:nvSpPr>
        <p:spPr>
          <a:xfrm>
            <a:off x="9679940" y="2136142"/>
            <a:ext cx="16205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5</a:t>
            </a:r>
            <a:endParaRPr lang="en-US" sz="1200" dirty="0"/>
          </a:p>
        </p:txBody>
      </p:sp>
      <p:sp>
        <p:nvSpPr>
          <p:cNvPr id="23" name="Text 21"/>
          <p:cNvSpPr/>
          <p:nvPr/>
        </p:nvSpPr>
        <p:spPr>
          <a:xfrm>
            <a:off x="9679940" y="2374900"/>
            <a:ext cx="162052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02F"/>
                </a:solidFill>
                <a:latin typeface="IBM Plex Sans" pitchFamily="34" charset="0"/>
                <a:ea typeface="IBM Plex Sans" pitchFamily="34" charset="-122"/>
                <a:cs typeface="IBM Plex Sans" pitchFamily="34" charset="-120"/>
              </a:rPr>
              <a:t>Diff</a:t>
            </a:r>
            <a:endParaRPr lang="en-US" sz="1300" dirty="0"/>
          </a:p>
        </p:txBody>
      </p:sp>
      <p:sp>
        <p:nvSpPr>
          <p:cNvPr id="24" name="Text 22"/>
          <p:cNvSpPr/>
          <p:nvPr/>
        </p:nvSpPr>
        <p:spPr>
          <a:xfrm>
            <a:off x="812800" y="2956564"/>
            <a:ext cx="59126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F"/>
                </a:solidFill>
                <a:latin typeface="IBM Plex Sans" pitchFamily="34" charset="0"/>
                <a:ea typeface="IBM Plex Sans" pitchFamily="34" charset="-122"/>
                <a:cs typeface="IBM Plex Sans" pitchFamily="34" charset="-120"/>
              </a:rPr>
              <a:t>Not just the clicks: capture all of this, before and after</a:t>
            </a:r>
            <a:endParaRPr lang="en-US" sz="1500" dirty="0"/>
          </a:p>
        </p:txBody>
      </p:sp>
      <p:sp>
        <p:nvSpPr>
          <p:cNvPr id="25" name="Text 23"/>
          <p:cNvSpPr/>
          <p:nvPr/>
        </p:nvSpPr>
        <p:spPr>
          <a:xfrm>
            <a:off x="815975" y="3289939"/>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Sessions</a:t>
            </a:r>
            <a:endParaRPr lang="en-US" sz="1200" dirty="0"/>
          </a:p>
        </p:txBody>
      </p:sp>
      <p:sp>
        <p:nvSpPr>
          <p:cNvPr id="26" name="Text 24"/>
          <p:cNvSpPr/>
          <p:nvPr/>
        </p:nvSpPr>
        <p:spPr>
          <a:xfrm>
            <a:off x="3717925" y="3289939"/>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CPU &amp; Memory</a:t>
            </a:r>
            <a:endParaRPr lang="en-US" sz="1200" dirty="0"/>
          </a:p>
        </p:txBody>
      </p:sp>
      <p:sp>
        <p:nvSpPr>
          <p:cNvPr id="27" name="Text 25"/>
          <p:cNvSpPr/>
          <p:nvPr/>
        </p:nvSpPr>
        <p:spPr>
          <a:xfrm>
            <a:off x="815975" y="3678554"/>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Route Table</a:t>
            </a:r>
            <a:endParaRPr lang="en-US" sz="1200" dirty="0"/>
          </a:p>
        </p:txBody>
      </p:sp>
      <p:sp>
        <p:nvSpPr>
          <p:cNvPr id="28" name="Text 26"/>
          <p:cNvSpPr/>
          <p:nvPr/>
        </p:nvSpPr>
        <p:spPr>
          <a:xfrm>
            <a:off x="3717925" y="3678554"/>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ARP &amp; MAC Tables</a:t>
            </a:r>
            <a:endParaRPr lang="en-US" sz="1200" dirty="0"/>
          </a:p>
        </p:txBody>
      </p:sp>
      <p:sp>
        <p:nvSpPr>
          <p:cNvPr id="29" name="Text 27"/>
          <p:cNvSpPr/>
          <p:nvPr/>
        </p:nvSpPr>
        <p:spPr>
          <a:xfrm>
            <a:off x="815975" y="4067175"/>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Interface Status</a:t>
            </a:r>
            <a:endParaRPr lang="en-US" sz="1200" dirty="0"/>
          </a:p>
        </p:txBody>
      </p:sp>
      <p:sp>
        <p:nvSpPr>
          <p:cNvPr id="30" name="Text 28"/>
          <p:cNvSpPr/>
          <p:nvPr/>
        </p:nvSpPr>
        <p:spPr>
          <a:xfrm>
            <a:off x="3717925" y="4067175"/>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BGP &amp; OSPF Neighbors</a:t>
            </a:r>
            <a:endParaRPr lang="en-US" sz="1200" dirty="0"/>
          </a:p>
        </p:txBody>
      </p:sp>
      <p:sp>
        <p:nvSpPr>
          <p:cNvPr id="31" name="Text 29"/>
          <p:cNvSpPr/>
          <p:nvPr/>
        </p:nvSpPr>
        <p:spPr>
          <a:xfrm>
            <a:off x="815975" y="4455796"/>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HA State</a:t>
            </a:r>
            <a:endParaRPr lang="en-US" sz="1200" dirty="0"/>
          </a:p>
        </p:txBody>
      </p:sp>
      <p:sp>
        <p:nvSpPr>
          <p:cNvPr id="32" name="Text 30"/>
          <p:cNvSpPr/>
          <p:nvPr/>
        </p:nvSpPr>
        <p:spPr>
          <a:xfrm>
            <a:off x="3717925" y="4455796"/>
            <a:ext cx="2832100" cy="318770"/>
          </a:xfrm>
          <a:prstGeom prst="roundRect">
            <a:avLst>
              <a:gd name="adj" fmla="val 18924"/>
            </a:avLst>
          </a:prstGeom>
          <a:solidFill>
            <a:srgbClr val="FDFCF9"/>
          </a:solidFill>
          <a:ln w="6350">
            <a:solidFill>
              <a:srgbClr val="DDD8CC"/>
            </a:solidFill>
            <a:prstDash val="solid"/>
          </a:ln>
        </p:spPr>
        <p:txBody>
          <a:bodyPr wrap="square" lIns="85836" tIns="35036" rIns="7084" bIns="9636" rtlCol="0" anchor="t">
            <a:normAutofit/>
          </a:bodyPr>
          <a:lstStyle/>
          <a:p>
            <a:pPr marL="0" indent="0" algn="l">
              <a:lnSpc>
                <a:spcPts val="1680"/>
              </a:lnSpc>
              <a:buNone/>
            </a:pPr>
            <a:r>
              <a:rPr lang="en-US" sz="1200" dirty="0">
                <a:solidFill>
                  <a:srgbClr val="13202F"/>
                </a:solidFill>
                <a:latin typeface="IBM Plex Sans" pitchFamily="34" charset="0"/>
                <a:ea typeface="IBM Plex Sans" pitchFamily="34" charset="-122"/>
                <a:cs typeface="IBM Plex Sans" pitchFamily="34" charset="-120"/>
              </a:rPr>
              <a:t>Version &amp; Licenses</a:t>
            </a:r>
            <a:endParaRPr lang="en-US" sz="1200" dirty="0"/>
          </a:p>
        </p:txBody>
      </p:sp>
      <p:sp>
        <p:nvSpPr>
          <p:cNvPr id="33" name="Text 31"/>
          <p:cNvSpPr/>
          <p:nvPr/>
        </p:nvSpPr>
        <p:spPr>
          <a:xfrm>
            <a:off x="6807200" y="2956564"/>
            <a:ext cx="4572000" cy="1727200"/>
          </a:xfrm>
          <a:prstGeom prst="roundRect">
            <a:avLst>
              <a:gd name="adj" fmla="val 5882"/>
            </a:avLst>
          </a:prstGeom>
          <a:solidFill>
            <a:srgbClr val="13202F"/>
          </a:solidFill>
          <a:ln/>
        </p:spPr>
        <p:txBody>
          <a:bodyPr wrap="square" lIns="148042" tIns="148042" rIns="21550" bIns="122642" rtlCol="0" anchor="t">
            <a:normAutofit/>
          </a:bodyPr>
          <a:lstStyle/>
          <a:p>
            <a:pPr marL="0" indent="0" algn="l">
              <a:lnSpc>
                <a:spcPts val="1800"/>
              </a:lnSpc>
              <a:buNone/>
            </a:pPr>
            <a:r>
              <a:rPr lang="en-US" sz="1200" dirty="0">
                <a:solidFill>
                  <a:srgbClr val="8FA2B5"/>
                </a:solidFill>
                <a:latin typeface="JetBrains Mono" pitchFamily="49" charset="0"/>
                <a:ea typeface="JetBrains Mono" pitchFamily="49" charset="-122"/>
                <a:cs typeface="JetBrains Mono" pitchFamily="49" charset="-120"/>
              </a:rPr>
              <a:t>EXAMPLE · hq-fw01   before   after</a:t>
            </a:r>
            <a:endParaRPr lang="en-US" sz="1200" dirty="0"/>
          </a:p>
          <a:p>
            <a:pPr marL="0" indent="0" algn="l">
              <a:lnSpc>
                <a:spcPts val="1800"/>
              </a:lnSpc>
              <a:buNone/>
            </a:pPr>
            <a:r>
              <a:rPr lang="en-US" sz="1200" dirty="0">
                <a:solidFill>
                  <a:srgbClr val="E8EDF2"/>
                </a:solidFill>
                <a:latin typeface="JetBrains Mono" pitchFamily="49" charset="0"/>
                <a:ea typeface="JetBrains Mono" pitchFamily="49" charset="-122"/>
                <a:cs typeface="JetBrains Mono" pitchFamily="49" charset="-120"/>
              </a:rPr>
              <a:t>BGP neighbors            4       4</a:t>
            </a:r>
            <a:endParaRPr lang="en-US" sz="1200" dirty="0"/>
          </a:p>
          <a:p>
            <a:pPr marL="0" indent="0" algn="l">
              <a:lnSpc>
                <a:spcPts val="1800"/>
              </a:lnSpc>
              <a:buNone/>
            </a:pPr>
            <a:r>
              <a:rPr lang="en-US" sz="1200" dirty="0">
                <a:solidFill>
                  <a:srgbClr val="E8EDF2"/>
                </a:solidFill>
                <a:latin typeface="JetBrains Mono" pitchFamily="49" charset="0"/>
                <a:ea typeface="JetBrains Mono" pitchFamily="49" charset="-122"/>
                <a:cs typeface="JetBrains Mono" pitchFamily="49" charset="-120"/>
              </a:rPr>
              <a:t>Routes               1,212   1,212</a:t>
            </a:r>
            <a:endParaRPr lang="en-US" sz="1200" dirty="0"/>
          </a:p>
          <a:p>
            <a:pPr marL="0" indent="0" algn="l">
              <a:lnSpc>
                <a:spcPts val="1800"/>
              </a:lnSpc>
              <a:buNone/>
            </a:pPr>
            <a:r>
              <a:rPr lang="en-US" sz="1200" dirty="0">
                <a:solidFill>
                  <a:srgbClr val="E8EDF2"/>
                </a:solidFill>
                <a:latin typeface="JetBrains Mono" pitchFamily="49" charset="0"/>
                <a:ea typeface="JetBrains Mono" pitchFamily="49" charset="-122"/>
                <a:cs typeface="JetBrains Mono" pitchFamily="49" charset="-120"/>
              </a:rPr>
              <a:t>Sessions            48,310  47,902</a:t>
            </a:r>
            <a:endParaRPr lang="en-US" sz="1200" dirty="0"/>
          </a:p>
          <a:p>
            <a:pPr marL="0" indent="0" algn="l">
              <a:lnSpc>
                <a:spcPts val="1800"/>
              </a:lnSpc>
              <a:buNone/>
            </a:pPr>
            <a:r>
              <a:rPr lang="en-US" sz="1200" dirty="0">
                <a:solidFill>
                  <a:srgbClr val="F2A766"/>
                </a:solidFill>
                <a:latin typeface="JetBrains Mono" pitchFamily="49" charset="0"/>
                <a:ea typeface="JetBrains Mono" pitchFamily="49" charset="-122"/>
                <a:cs typeface="JetBrains Mono" pitchFamily="49" charset="-120"/>
              </a:rPr>
              <a:t>Interfaces up           22      21  ← check</a:t>
            </a:r>
            <a:endParaRPr lang="en-US" sz="1200" dirty="0"/>
          </a:p>
          <a:p>
            <a:pPr marL="0" indent="0" algn="l">
              <a:lnSpc>
                <a:spcPts val="1800"/>
              </a:lnSpc>
              <a:buNone/>
            </a:pPr>
            <a:r>
              <a:rPr lang="en-US" sz="1200" dirty="0">
                <a:solidFill>
                  <a:srgbClr val="F2A766"/>
                </a:solidFill>
                <a:latin typeface="JetBrains Mono" pitchFamily="49" charset="0"/>
                <a:ea typeface="JetBrains Mono" pitchFamily="49" charset="-122"/>
                <a:cs typeface="JetBrains Mono" pitchFamily="49" charset="-120"/>
              </a:rPr>
              <a:t>Issue: ethernet1/7 is down.</a:t>
            </a:r>
            <a:endParaRPr lang="en-US" sz="1200" dirty="0"/>
          </a:p>
        </p:txBody>
      </p:sp>
      <p:sp>
        <p:nvSpPr>
          <p:cNvPr id="34" name="Text 32"/>
          <p:cNvSpPr/>
          <p:nvPr/>
        </p:nvSpPr>
        <p:spPr>
          <a:xfrm>
            <a:off x="815975" y="4958717"/>
            <a:ext cx="1691164" cy="595630"/>
          </a:xfrm>
          <a:prstGeom prst="roundRect">
            <a:avLst>
              <a:gd name="adj" fmla="val 12260"/>
            </a:avLst>
          </a:prstGeom>
          <a:noFill/>
          <a:ln w="6350">
            <a:solidFill>
              <a:srgbClr val="CFC9BC"/>
            </a:solidFill>
            <a:prstDash val="solid"/>
          </a:ln>
        </p:spPr>
        <p:txBody>
          <a:bodyPr wrap="square" lIns="94817"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KNOW</a:t>
            </a:r>
            <a:endParaRPr lang="en-US" sz="1200" dirty="0"/>
          </a:p>
        </p:txBody>
      </p:sp>
      <p:sp>
        <p:nvSpPr>
          <p:cNvPr id="35" name="Shape 33"/>
          <p:cNvSpPr/>
          <p:nvPr/>
        </p:nvSpPr>
        <p:spPr>
          <a:xfrm>
            <a:off x="2589689" y="4958717"/>
            <a:ext cx="1691243"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36" name="Text 34"/>
          <p:cNvSpPr/>
          <p:nvPr/>
        </p:nvSpPr>
        <p:spPr>
          <a:xfrm>
            <a:off x="2705894" y="5036821"/>
            <a:ext cx="15096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CHANGE</a:t>
            </a:r>
            <a:endParaRPr lang="en-US" sz="1200" dirty="0"/>
          </a:p>
        </p:txBody>
      </p:sp>
      <p:sp>
        <p:nvSpPr>
          <p:cNvPr id="37" name="Text 35"/>
          <p:cNvSpPr/>
          <p:nvPr/>
        </p:nvSpPr>
        <p:spPr>
          <a:xfrm>
            <a:off x="2705894" y="5262879"/>
            <a:ext cx="15096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Task scripts</a:t>
            </a:r>
            <a:endParaRPr lang="en-US" sz="1200" dirty="0"/>
          </a:p>
        </p:txBody>
      </p:sp>
      <p:sp>
        <p:nvSpPr>
          <p:cNvPr id="38" name="Shape 36"/>
          <p:cNvSpPr/>
          <p:nvPr/>
        </p:nvSpPr>
        <p:spPr>
          <a:xfrm>
            <a:off x="4363482" y="4958717"/>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39" name="Text 37"/>
          <p:cNvSpPr/>
          <p:nvPr/>
        </p:nvSpPr>
        <p:spPr>
          <a:xfrm>
            <a:off x="4479687" y="5036821"/>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PROVE</a:t>
            </a:r>
            <a:endParaRPr lang="en-US" sz="1200" dirty="0"/>
          </a:p>
        </p:txBody>
      </p:sp>
      <p:sp>
        <p:nvSpPr>
          <p:cNvPr id="40" name="Text 38"/>
          <p:cNvSpPr/>
          <p:nvPr/>
        </p:nvSpPr>
        <p:spPr>
          <a:xfrm>
            <a:off x="4479687" y="5262879"/>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Post-checks</a:t>
            </a:r>
            <a:endParaRPr lang="en-US" sz="1200" dirty="0"/>
          </a:p>
        </p:txBody>
      </p:sp>
      <p:sp>
        <p:nvSpPr>
          <p:cNvPr id="41" name="Text 39"/>
          <p:cNvSpPr/>
          <p:nvPr/>
        </p:nvSpPr>
        <p:spPr>
          <a:xfrm>
            <a:off x="6137196" y="4958717"/>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REACT</a:t>
            </a:r>
            <a:endParaRPr lang="en-US" sz="1200" dirty="0"/>
          </a:p>
        </p:txBody>
      </p:sp>
      <p:sp>
        <p:nvSpPr>
          <p:cNvPr id="42" name="Shape 40"/>
          <p:cNvSpPr/>
          <p:nvPr/>
        </p:nvSpPr>
        <p:spPr>
          <a:xfrm>
            <a:off x="7910989" y="4958717"/>
            <a:ext cx="1691243"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43" name="Text 41"/>
          <p:cNvSpPr/>
          <p:nvPr/>
        </p:nvSpPr>
        <p:spPr>
          <a:xfrm>
            <a:off x="8027194" y="5036821"/>
            <a:ext cx="15096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GOVERN</a:t>
            </a:r>
            <a:endParaRPr lang="en-US" sz="1200" dirty="0"/>
          </a:p>
        </p:txBody>
      </p:sp>
      <p:sp>
        <p:nvSpPr>
          <p:cNvPr id="44" name="Text 42"/>
          <p:cNvSpPr/>
          <p:nvPr/>
        </p:nvSpPr>
        <p:spPr>
          <a:xfrm>
            <a:off x="8027194" y="5262879"/>
            <a:ext cx="15096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Lifecycle</a:t>
            </a:r>
            <a:endParaRPr lang="en-US" sz="1200" dirty="0"/>
          </a:p>
        </p:txBody>
      </p:sp>
      <p:sp>
        <p:nvSpPr>
          <p:cNvPr id="45" name="Text 43"/>
          <p:cNvSpPr/>
          <p:nvPr/>
        </p:nvSpPr>
        <p:spPr>
          <a:xfrm>
            <a:off x="9684782" y="4958717"/>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SERVE</a:t>
            </a:r>
            <a:endParaRPr lang="en-US" sz="1200" dirty="0"/>
          </a:p>
        </p:txBody>
      </p:sp>
      <p:sp>
        <p:nvSpPr>
          <p:cNvPr id="50" name="Text 0">
            <a:extLst>
              <a:ext uri="{FF2B5EF4-FFF2-40B4-BE49-F238E27FC236}">
                <a16:creationId xmlns:a16="http://schemas.microsoft.com/office/drawing/2014/main" id="{283084B7-003A-DC8D-71AA-51B94A106A6A}"/>
              </a:ext>
            </a:extLst>
          </p:cNvPr>
          <p:cNvSpPr txBox="1">
            <a:spLocks/>
          </p:cNvSpPr>
          <p:nvPr/>
        </p:nvSpPr>
        <p:spPr>
          <a:xfrm>
            <a:off x="812800" y="812800"/>
            <a:ext cx="8447741" cy="47244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3202F"/>
                </a:solidFill>
                <a:latin typeface="IBM Plex Sans" pitchFamily="34" charset="0"/>
                <a:ea typeface="IBM Plex Sans" pitchFamily="34" charset="-122"/>
                <a:cs typeface="IBM Plex Sans" pitchFamily="34" charset="-120"/>
              </a:defRPr>
            </a:lvl1pPr>
          </a:lstStyle>
          <a:p>
            <a:pPr>
              <a:lnSpc>
                <a:spcPts val="3520"/>
              </a:lnSpc>
            </a:pPr>
            <a:r>
              <a:rPr lang="en-US" b="1" dirty="0"/>
              <a:t>Automated Upgrades</a:t>
            </a:r>
            <a:endParaRPr lang="en-US" dirty="0"/>
          </a:p>
        </p:txBody>
      </p:sp>
      <p:sp>
        <p:nvSpPr>
          <p:cNvPr id="2" name="Oval 1">
            <a:extLst>
              <a:ext uri="{FF2B5EF4-FFF2-40B4-BE49-F238E27FC236}">
                <a16:creationId xmlns:a16="http://schemas.microsoft.com/office/drawing/2014/main" id="{C5A3D6D5-69EA-A567-2E54-083724DDEA01}"/>
              </a:ext>
            </a:extLst>
          </p:cNvPr>
          <p:cNvSpPr/>
          <p:nvPr/>
        </p:nvSpPr>
        <p:spPr>
          <a:xfrm>
            <a:off x="105507" y="101221"/>
            <a:ext cx="513862" cy="50995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9263563" y="181293"/>
            <a:ext cx="2756614" cy="314960"/>
          </a:xfrm>
          <a:prstGeom prst="roundRect">
            <a:avLst>
              <a:gd name="adj" fmla="val 48387"/>
            </a:avLst>
          </a:prstGeom>
          <a:solidFill>
            <a:srgbClr val="FBEFE3"/>
          </a:solidFill>
          <a:ln/>
        </p:spPr>
        <p:txBody>
          <a:bodyPr wrap="none" lIns="0" tIns="0" rIns="0" bIns="0" rtlCol="0" anchor="ctr">
            <a:normAutofit/>
          </a:bodyPr>
          <a:lstStyle/>
          <a:p>
            <a:pPr marL="0" indent="0" algn="ctr">
              <a:lnSpc>
                <a:spcPts val="1680"/>
              </a:lnSpc>
              <a:buNone/>
            </a:pPr>
            <a:r>
              <a:rPr lang="en-US" sz="1200" b="1" dirty="0">
                <a:solidFill>
                  <a:srgbClr val="8A3F0A"/>
                </a:solidFill>
                <a:latin typeface="IBM Plex Sans" pitchFamily="34" charset="0"/>
                <a:ea typeface="IBM Plex Sans" pitchFamily="34" charset="-122"/>
                <a:cs typeface="IBM Plex Sans" pitchFamily="34" charset="-120"/>
              </a:rPr>
              <a:t>Risk: higher · writes the whole fleet</a:t>
            </a:r>
            <a:endParaRPr lang="en-US" sz="1200" dirty="0"/>
          </a:p>
        </p:txBody>
      </p:sp>
      <p:sp>
        <p:nvSpPr>
          <p:cNvPr id="5" name="Shape 3"/>
          <p:cNvSpPr/>
          <p:nvPr/>
        </p:nvSpPr>
        <p:spPr>
          <a:xfrm>
            <a:off x="822325" y="1939925"/>
            <a:ext cx="1758950" cy="862330"/>
          </a:xfrm>
          <a:prstGeom prst="roundRect">
            <a:avLst>
              <a:gd name="adj" fmla="val 7732"/>
            </a:avLst>
          </a:prstGeom>
          <a:solidFill>
            <a:srgbClr val="FBEFE3"/>
          </a:solidFill>
          <a:ln w="19050">
            <a:solidFill>
              <a:srgbClr val="E07A2E"/>
            </a:solidFill>
            <a:prstDash val="solid"/>
          </a:ln>
        </p:spPr>
        <p:txBody>
          <a:bodyPr/>
          <a:lstStyle/>
          <a:p>
            <a:endParaRPr lang="en-US"/>
          </a:p>
        </p:txBody>
      </p:sp>
      <p:sp>
        <p:nvSpPr>
          <p:cNvPr id="6" name="Text 4"/>
          <p:cNvSpPr/>
          <p:nvPr/>
        </p:nvSpPr>
        <p:spPr>
          <a:xfrm>
            <a:off x="942340" y="2034542"/>
            <a:ext cx="15697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1</a:t>
            </a:r>
            <a:endParaRPr lang="en-US" sz="1200" dirty="0"/>
          </a:p>
        </p:txBody>
      </p:sp>
      <p:sp>
        <p:nvSpPr>
          <p:cNvPr id="7" name="Text 5"/>
          <p:cNvSpPr/>
          <p:nvPr/>
        </p:nvSpPr>
        <p:spPr>
          <a:xfrm>
            <a:off x="942340" y="2273300"/>
            <a:ext cx="156972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F"/>
                </a:solidFill>
                <a:latin typeface="IBM Plex Sans" pitchFamily="34" charset="0"/>
                <a:ea typeface="IBM Plex Sans" pitchFamily="34" charset="-122"/>
                <a:cs typeface="IBM Plex Sans" pitchFamily="34" charset="-120"/>
              </a:rPr>
              <a:t>Intent in Git</a:t>
            </a:r>
            <a:endParaRPr lang="en-US" sz="1400" dirty="0"/>
          </a:p>
        </p:txBody>
      </p:sp>
      <p:sp>
        <p:nvSpPr>
          <p:cNvPr id="8" name="Text 6"/>
          <p:cNvSpPr/>
          <p:nvPr/>
        </p:nvSpPr>
        <p:spPr>
          <a:xfrm>
            <a:off x="942340" y="2512064"/>
            <a:ext cx="15697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YAML, AVD model</a:t>
            </a:r>
            <a:endParaRPr lang="en-US" sz="1200" dirty="0"/>
          </a:p>
        </p:txBody>
      </p:sp>
      <p:sp>
        <p:nvSpPr>
          <p:cNvPr id="9" name="Text 7"/>
          <p:cNvSpPr/>
          <p:nvPr/>
        </p:nvSpPr>
        <p:spPr>
          <a:xfrm>
            <a:off x="2565400" y="2211071"/>
            <a:ext cx="4699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10" name="Shape 8"/>
          <p:cNvSpPr/>
          <p:nvPr/>
        </p:nvSpPr>
        <p:spPr>
          <a:xfrm>
            <a:off x="3013075" y="1933575"/>
            <a:ext cx="1771650" cy="875030"/>
          </a:xfrm>
          <a:prstGeom prst="roundRect">
            <a:avLst>
              <a:gd name="adj" fmla="val 8345"/>
            </a:avLst>
          </a:prstGeom>
          <a:solidFill>
            <a:srgbClr val="FDFCF9"/>
          </a:solidFill>
          <a:ln w="6350">
            <a:solidFill>
              <a:srgbClr val="DDD8CC"/>
            </a:solidFill>
            <a:prstDash val="solid"/>
          </a:ln>
        </p:spPr>
        <p:txBody>
          <a:bodyPr/>
          <a:lstStyle/>
          <a:p>
            <a:endParaRPr lang="en-US"/>
          </a:p>
        </p:txBody>
      </p:sp>
      <p:sp>
        <p:nvSpPr>
          <p:cNvPr id="11" name="Text 9"/>
          <p:cNvSpPr/>
          <p:nvPr/>
        </p:nvSpPr>
        <p:spPr>
          <a:xfrm>
            <a:off x="3141980" y="2037079"/>
            <a:ext cx="1564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2</a:t>
            </a:r>
            <a:endParaRPr lang="en-US" sz="1200" dirty="0"/>
          </a:p>
        </p:txBody>
      </p:sp>
      <p:sp>
        <p:nvSpPr>
          <p:cNvPr id="12" name="Text 10"/>
          <p:cNvSpPr/>
          <p:nvPr/>
        </p:nvSpPr>
        <p:spPr>
          <a:xfrm>
            <a:off x="3141980" y="2275842"/>
            <a:ext cx="156464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F"/>
                </a:solidFill>
                <a:latin typeface="IBM Plex Sans" pitchFamily="34" charset="0"/>
                <a:ea typeface="IBM Plex Sans" pitchFamily="34" charset="-122"/>
                <a:cs typeface="IBM Plex Sans" pitchFamily="34" charset="-120"/>
              </a:rPr>
              <a:t>Render</a:t>
            </a:r>
            <a:endParaRPr lang="en-US" sz="1400" dirty="0"/>
          </a:p>
        </p:txBody>
      </p:sp>
      <p:sp>
        <p:nvSpPr>
          <p:cNvPr id="13" name="Text 11"/>
          <p:cNvSpPr/>
          <p:nvPr/>
        </p:nvSpPr>
        <p:spPr>
          <a:xfrm>
            <a:off x="3141980" y="2514600"/>
            <a:ext cx="15646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configs + docs</a:t>
            </a:r>
            <a:endParaRPr lang="en-US" sz="1200" dirty="0"/>
          </a:p>
        </p:txBody>
      </p:sp>
      <p:sp>
        <p:nvSpPr>
          <p:cNvPr id="14" name="Text 12"/>
          <p:cNvSpPr/>
          <p:nvPr/>
        </p:nvSpPr>
        <p:spPr>
          <a:xfrm>
            <a:off x="4762500" y="2211071"/>
            <a:ext cx="4699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15" name="Shape 13"/>
          <p:cNvSpPr/>
          <p:nvPr/>
        </p:nvSpPr>
        <p:spPr>
          <a:xfrm>
            <a:off x="5210175" y="1933575"/>
            <a:ext cx="1771650" cy="875030"/>
          </a:xfrm>
          <a:prstGeom prst="roundRect">
            <a:avLst>
              <a:gd name="adj" fmla="val 8345"/>
            </a:avLst>
          </a:prstGeom>
          <a:solidFill>
            <a:srgbClr val="FDFCF9"/>
          </a:solidFill>
          <a:ln w="6350">
            <a:solidFill>
              <a:srgbClr val="DDD8CC"/>
            </a:solidFill>
            <a:prstDash val="solid"/>
          </a:ln>
        </p:spPr>
        <p:txBody>
          <a:bodyPr/>
          <a:lstStyle/>
          <a:p>
            <a:endParaRPr lang="en-US"/>
          </a:p>
        </p:txBody>
      </p:sp>
      <p:sp>
        <p:nvSpPr>
          <p:cNvPr id="16" name="Text 14"/>
          <p:cNvSpPr/>
          <p:nvPr/>
        </p:nvSpPr>
        <p:spPr>
          <a:xfrm>
            <a:off x="5339080" y="2037079"/>
            <a:ext cx="1564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3</a:t>
            </a:r>
            <a:endParaRPr lang="en-US" sz="1200" dirty="0"/>
          </a:p>
        </p:txBody>
      </p:sp>
      <p:sp>
        <p:nvSpPr>
          <p:cNvPr id="17" name="Text 15"/>
          <p:cNvSpPr/>
          <p:nvPr/>
        </p:nvSpPr>
        <p:spPr>
          <a:xfrm>
            <a:off x="5339080" y="2275842"/>
            <a:ext cx="156464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F"/>
                </a:solidFill>
                <a:latin typeface="IBM Plex Sans" pitchFamily="34" charset="0"/>
                <a:ea typeface="IBM Plex Sans" pitchFamily="34" charset="-122"/>
                <a:cs typeface="IBM Plex Sans" pitchFamily="34" charset="-120"/>
              </a:rPr>
              <a:t>Diff</a:t>
            </a:r>
            <a:endParaRPr lang="en-US" sz="1400" dirty="0"/>
          </a:p>
        </p:txBody>
      </p:sp>
      <p:sp>
        <p:nvSpPr>
          <p:cNvPr id="18" name="Text 16"/>
          <p:cNvSpPr/>
          <p:nvPr/>
        </p:nvSpPr>
        <p:spPr>
          <a:xfrm>
            <a:off x="5339080" y="2514600"/>
            <a:ext cx="15646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vs running</a:t>
            </a:r>
            <a:endParaRPr lang="en-US" sz="1200" dirty="0"/>
          </a:p>
        </p:txBody>
      </p:sp>
      <p:sp>
        <p:nvSpPr>
          <p:cNvPr id="19" name="Text 17"/>
          <p:cNvSpPr/>
          <p:nvPr/>
        </p:nvSpPr>
        <p:spPr>
          <a:xfrm>
            <a:off x="6959600" y="2211071"/>
            <a:ext cx="4699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20" name="Shape 18"/>
          <p:cNvSpPr/>
          <p:nvPr/>
        </p:nvSpPr>
        <p:spPr>
          <a:xfrm>
            <a:off x="7407275" y="1933575"/>
            <a:ext cx="1771650" cy="875030"/>
          </a:xfrm>
          <a:prstGeom prst="roundRect">
            <a:avLst>
              <a:gd name="adj" fmla="val 8345"/>
            </a:avLst>
          </a:prstGeom>
          <a:solidFill>
            <a:srgbClr val="FDFCF9"/>
          </a:solidFill>
          <a:ln w="6350">
            <a:solidFill>
              <a:srgbClr val="DDD8CC"/>
            </a:solidFill>
            <a:prstDash val="solid"/>
          </a:ln>
        </p:spPr>
        <p:txBody>
          <a:bodyPr/>
          <a:lstStyle/>
          <a:p>
            <a:endParaRPr lang="en-US"/>
          </a:p>
        </p:txBody>
      </p:sp>
      <p:sp>
        <p:nvSpPr>
          <p:cNvPr id="21" name="Text 19"/>
          <p:cNvSpPr/>
          <p:nvPr/>
        </p:nvSpPr>
        <p:spPr>
          <a:xfrm>
            <a:off x="7536180" y="2037079"/>
            <a:ext cx="1564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4</a:t>
            </a:r>
            <a:endParaRPr lang="en-US" sz="1200" dirty="0"/>
          </a:p>
        </p:txBody>
      </p:sp>
      <p:sp>
        <p:nvSpPr>
          <p:cNvPr id="22" name="Text 20"/>
          <p:cNvSpPr/>
          <p:nvPr/>
        </p:nvSpPr>
        <p:spPr>
          <a:xfrm>
            <a:off x="7536180" y="2275842"/>
            <a:ext cx="156464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F"/>
                </a:solidFill>
                <a:latin typeface="IBM Plex Sans" pitchFamily="34" charset="0"/>
                <a:ea typeface="IBM Plex Sans" pitchFamily="34" charset="-122"/>
                <a:cs typeface="IBM Plex Sans" pitchFamily="34" charset="-120"/>
              </a:rPr>
              <a:t>Review &amp; push</a:t>
            </a:r>
            <a:endParaRPr lang="en-US" sz="1400" dirty="0"/>
          </a:p>
        </p:txBody>
      </p:sp>
      <p:sp>
        <p:nvSpPr>
          <p:cNvPr id="23" name="Text 21"/>
          <p:cNvSpPr/>
          <p:nvPr/>
        </p:nvSpPr>
        <p:spPr>
          <a:xfrm>
            <a:off x="7536180" y="2514600"/>
            <a:ext cx="15646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PR + approval</a:t>
            </a:r>
            <a:endParaRPr lang="en-US" sz="1200" dirty="0"/>
          </a:p>
        </p:txBody>
      </p:sp>
      <p:sp>
        <p:nvSpPr>
          <p:cNvPr id="24" name="Text 22"/>
          <p:cNvSpPr/>
          <p:nvPr/>
        </p:nvSpPr>
        <p:spPr>
          <a:xfrm>
            <a:off x="9156700" y="2211071"/>
            <a:ext cx="469900"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5E6670"/>
                </a:solidFill>
                <a:latin typeface="IBM Plex Sans" pitchFamily="34" charset="0"/>
                <a:ea typeface="IBM Plex Sans" pitchFamily="34" charset="-122"/>
                <a:cs typeface="IBM Plex Sans" pitchFamily="34" charset="-120"/>
              </a:rPr>
              <a:t>→</a:t>
            </a:r>
            <a:endParaRPr lang="en-US" sz="1800" dirty="0"/>
          </a:p>
        </p:txBody>
      </p:sp>
      <p:sp>
        <p:nvSpPr>
          <p:cNvPr id="25" name="Shape 23"/>
          <p:cNvSpPr/>
          <p:nvPr/>
        </p:nvSpPr>
        <p:spPr>
          <a:xfrm>
            <a:off x="9604375" y="1933575"/>
            <a:ext cx="1771650" cy="875030"/>
          </a:xfrm>
          <a:prstGeom prst="roundRect">
            <a:avLst>
              <a:gd name="adj" fmla="val 8345"/>
            </a:avLst>
          </a:prstGeom>
          <a:solidFill>
            <a:srgbClr val="FDFCF9"/>
          </a:solidFill>
          <a:ln w="6350">
            <a:solidFill>
              <a:srgbClr val="DDD8CC"/>
            </a:solidFill>
            <a:prstDash val="solid"/>
          </a:ln>
        </p:spPr>
        <p:txBody>
          <a:bodyPr/>
          <a:lstStyle/>
          <a:p>
            <a:endParaRPr lang="en-US"/>
          </a:p>
        </p:txBody>
      </p:sp>
      <p:sp>
        <p:nvSpPr>
          <p:cNvPr id="26" name="Text 24"/>
          <p:cNvSpPr/>
          <p:nvPr/>
        </p:nvSpPr>
        <p:spPr>
          <a:xfrm>
            <a:off x="9733280" y="2037079"/>
            <a:ext cx="1564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5</a:t>
            </a:r>
            <a:endParaRPr lang="en-US" sz="1200" dirty="0"/>
          </a:p>
        </p:txBody>
      </p:sp>
      <p:sp>
        <p:nvSpPr>
          <p:cNvPr id="27" name="Text 25"/>
          <p:cNvSpPr/>
          <p:nvPr/>
        </p:nvSpPr>
        <p:spPr>
          <a:xfrm>
            <a:off x="9733280" y="2275842"/>
            <a:ext cx="156464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F"/>
                </a:solidFill>
                <a:latin typeface="IBM Plex Sans" pitchFamily="34" charset="0"/>
                <a:ea typeface="IBM Plex Sans" pitchFamily="34" charset="-122"/>
                <a:cs typeface="IBM Plex Sans" pitchFamily="34" charset="-120"/>
              </a:rPr>
              <a:t>Verify</a:t>
            </a:r>
            <a:endParaRPr lang="en-US" sz="1400" dirty="0"/>
          </a:p>
        </p:txBody>
      </p:sp>
      <p:sp>
        <p:nvSpPr>
          <p:cNvPr id="28" name="Text 26"/>
          <p:cNvSpPr/>
          <p:nvPr/>
        </p:nvSpPr>
        <p:spPr>
          <a:xfrm>
            <a:off x="9733280" y="2514600"/>
            <a:ext cx="15646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post-checks</a:t>
            </a:r>
            <a:endParaRPr lang="en-US" sz="1200" dirty="0"/>
          </a:p>
        </p:txBody>
      </p:sp>
      <p:pic>
        <p:nvPicPr>
          <p:cNvPr id="29" name="Image 0" descr="Arrow from Verify back to Diff: the loop repeats when drift is found"/>
          <p:cNvPicPr>
            <a:picLocks noChangeAspect="1"/>
          </p:cNvPicPr>
          <p:nvPr/>
        </p:nvPicPr>
        <p:blipFill>
          <a:blip r:embed="rId3"/>
          <a:srcRect l="-56" r="-56"/>
          <a:stretch/>
        </p:blipFill>
        <p:spPr>
          <a:xfrm>
            <a:off x="812800" y="2811779"/>
            <a:ext cx="10566400" cy="355600"/>
          </a:xfrm>
          <a:prstGeom prst="rect">
            <a:avLst/>
          </a:prstGeom>
        </p:spPr>
      </p:pic>
      <p:sp>
        <p:nvSpPr>
          <p:cNvPr id="30" name="Text 27"/>
          <p:cNvSpPr/>
          <p:nvPr/>
        </p:nvSpPr>
        <p:spPr>
          <a:xfrm>
            <a:off x="812800" y="3457524"/>
            <a:ext cx="26609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0"/>
                </a:solidFill>
                <a:latin typeface="IBM Plex Sans" pitchFamily="34" charset="0"/>
                <a:ea typeface="IBM Plex Sans" pitchFamily="34" charset="-122"/>
                <a:cs typeface="IBM Plex Sans" pitchFamily="34" charset="-120"/>
              </a:rPr>
              <a:t>Drift found? The loop runs again.</a:t>
            </a:r>
            <a:endParaRPr lang="en-US" sz="1200" dirty="0"/>
          </a:p>
        </p:txBody>
      </p:sp>
      <p:sp>
        <p:nvSpPr>
          <p:cNvPr id="31" name="Text 28"/>
          <p:cNvSpPr/>
          <p:nvPr/>
        </p:nvSpPr>
        <p:spPr>
          <a:xfrm>
            <a:off x="812800" y="3848687"/>
            <a:ext cx="6435852" cy="523240"/>
          </a:xfrm>
          <a:prstGeom prst="rect">
            <a:avLst/>
          </a:prstGeom>
          <a:noFill/>
          <a:ln/>
        </p:spPr>
        <p:txBody>
          <a:bodyPr wrap="square" lIns="0" tIns="0" rIns="0" bIns="0" rtlCol="0" anchor="t">
            <a:normAutofit fontScale="92500"/>
          </a:bodyPr>
          <a:lstStyle/>
          <a:p>
            <a:pPr marL="0" indent="0" algn="l">
              <a:lnSpc>
                <a:spcPts val="1960"/>
              </a:lnSpc>
              <a:buNone/>
            </a:pPr>
            <a:r>
              <a:rPr lang="en-US" sz="1400" b="1" dirty="0">
                <a:solidFill>
                  <a:srgbClr val="13202F"/>
                </a:solidFill>
                <a:latin typeface="IBM Plex Sans" pitchFamily="34" charset="0"/>
                <a:ea typeface="IBM Plex Sans" pitchFamily="34" charset="-122"/>
                <a:cs typeface="IBM Plex Sans" pitchFamily="34" charset="-120"/>
              </a:rPr>
              <a:t>More than this talk can cover.</a:t>
            </a:r>
            <a:r>
              <a:rPr lang="en-US" sz="1400" dirty="0">
                <a:solidFill>
                  <a:srgbClr val="46505C"/>
                </a:solidFill>
                <a:latin typeface="IBM Plex Sans" pitchFamily="34" charset="0"/>
                <a:ea typeface="IBM Plex Sans" pitchFamily="34" charset="-122"/>
                <a:cs typeface="IBM Plex Sans" pitchFamily="34" charset="-120"/>
              </a:rPr>
              <a:t> A source of truth is the foundation for full network automation. Start with Arista's AVD data model as a reference design: YAML in git.</a:t>
            </a:r>
            <a:endParaRPr lang="en-US" sz="1400" dirty="0"/>
          </a:p>
        </p:txBody>
      </p:sp>
      <p:sp>
        <p:nvSpPr>
          <p:cNvPr id="36" name="Shape 33"/>
          <p:cNvSpPr/>
          <p:nvPr/>
        </p:nvSpPr>
        <p:spPr>
          <a:xfrm>
            <a:off x="815975" y="5006975"/>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37" name="Text 34"/>
          <p:cNvSpPr/>
          <p:nvPr/>
        </p:nvSpPr>
        <p:spPr>
          <a:xfrm>
            <a:off x="932180" y="5085079"/>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KNOW</a:t>
            </a:r>
            <a:endParaRPr lang="en-US" sz="1200" dirty="0"/>
          </a:p>
        </p:txBody>
      </p:sp>
      <p:sp>
        <p:nvSpPr>
          <p:cNvPr id="38" name="Text 35"/>
          <p:cNvSpPr/>
          <p:nvPr/>
        </p:nvSpPr>
        <p:spPr>
          <a:xfrm>
            <a:off x="932180" y="5311142"/>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Source of truth</a:t>
            </a:r>
            <a:endParaRPr lang="en-US" sz="1200" dirty="0"/>
          </a:p>
        </p:txBody>
      </p:sp>
      <p:sp>
        <p:nvSpPr>
          <p:cNvPr id="39" name="Shape 36"/>
          <p:cNvSpPr/>
          <p:nvPr/>
        </p:nvSpPr>
        <p:spPr>
          <a:xfrm>
            <a:off x="2589689" y="5006975"/>
            <a:ext cx="1691243"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40" name="Text 37"/>
          <p:cNvSpPr/>
          <p:nvPr/>
        </p:nvSpPr>
        <p:spPr>
          <a:xfrm>
            <a:off x="2705894" y="5085079"/>
            <a:ext cx="15096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CHANGE</a:t>
            </a:r>
            <a:endParaRPr lang="en-US" sz="1200" dirty="0"/>
          </a:p>
        </p:txBody>
      </p:sp>
      <p:sp>
        <p:nvSpPr>
          <p:cNvPr id="41" name="Text 38"/>
          <p:cNvSpPr/>
          <p:nvPr/>
        </p:nvSpPr>
        <p:spPr>
          <a:xfrm>
            <a:off x="2705894" y="5311142"/>
            <a:ext cx="15096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Declarative</a:t>
            </a:r>
            <a:endParaRPr lang="en-US" sz="1200" dirty="0"/>
          </a:p>
        </p:txBody>
      </p:sp>
      <p:sp>
        <p:nvSpPr>
          <p:cNvPr id="42" name="Shape 39"/>
          <p:cNvSpPr/>
          <p:nvPr/>
        </p:nvSpPr>
        <p:spPr>
          <a:xfrm>
            <a:off x="4363482" y="5006975"/>
            <a:ext cx="1691164" cy="595630"/>
          </a:xfrm>
          <a:prstGeom prst="roundRect">
            <a:avLst>
              <a:gd name="adj" fmla="val 12260"/>
            </a:avLst>
          </a:prstGeom>
          <a:solidFill>
            <a:srgbClr val="13202F"/>
          </a:solidFill>
          <a:ln w="6350">
            <a:solidFill>
              <a:srgbClr val="13202F"/>
            </a:solidFill>
            <a:prstDash val="solid"/>
          </a:ln>
        </p:spPr>
        <p:txBody>
          <a:bodyPr/>
          <a:lstStyle/>
          <a:p>
            <a:endParaRPr lang="en-US"/>
          </a:p>
        </p:txBody>
      </p:sp>
      <p:sp>
        <p:nvSpPr>
          <p:cNvPr id="43" name="Text 40"/>
          <p:cNvSpPr/>
          <p:nvPr/>
        </p:nvSpPr>
        <p:spPr>
          <a:xfrm>
            <a:off x="4479687" y="5085079"/>
            <a:ext cx="15095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3EE"/>
                </a:solidFill>
                <a:latin typeface="IBM Plex Sans" pitchFamily="34" charset="0"/>
                <a:ea typeface="IBM Plex Sans" pitchFamily="34" charset="-122"/>
                <a:cs typeface="IBM Plex Sans" pitchFamily="34" charset="-120"/>
              </a:rPr>
              <a:t>PROVE</a:t>
            </a:r>
            <a:endParaRPr lang="en-US" sz="1200" dirty="0"/>
          </a:p>
        </p:txBody>
      </p:sp>
      <p:sp>
        <p:nvSpPr>
          <p:cNvPr id="44" name="Text 41"/>
          <p:cNvSpPr/>
          <p:nvPr/>
        </p:nvSpPr>
        <p:spPr>
          <a:xfrm>
            <a:off x="4479687" y="5311142"/>
            <a:ext cx="15095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6"/>
                </a:solidFill>
                <a:latin typeface="IBM Plex Sans" pitchFamily="34" charset="0"/>
                <a:ea typeface="IBM Plex Sans" pitchFamily="34" charset="-122"/>
                <a:cs typeface="IBM Plex Sans" pitchFamily="34" charset="-120"/>
              </a:rPr>
              <a:t>Pre/post checks</a:t>
            </a:r>
            <a:endParaRPr lang="en-US" sz="1200" dirty="0"/>
          </a:p>
        </p:txBody>
      </p:sp>
      <p:sp>
        <p:nvSpPr>
          <p:cNvPr id="45" name="Text 42"/>
          <p:cNvSpPr/>
          <p:nvPr/>
        </p:nvSpPr>
        <p:spPr>
          <a:xfrm>
            <a:off x="6137196" y="5006975"/>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REACT</a:t>
            </a:r>
            <a:endParaRPr lang="en-US" sz="1200" dirty="0"/>
          </a:p>
        </p:txBody>
      </p:sp>
      <p:sp>
        <p:nvSpPr>
          <p:cNvPr id="46" name="Text 43"/>
          <p:cNvSpPr/>
          <p:nvPr/>
        </p:nvSpPr>
        <p:spPr>
          <a:xfrm>
            <a:off x="7910989" y="5006975"/>
            <a:ext cx="1691243" cy="595630"/>
          </a:xfrm>
          <a:prstGeom prst="roundRect">
            <a:avLst>
              <a:gd name="adj" fmla="val 12260"/>
            </a:avLst>
          </a:prstGeom>
          <a:noFill/>
          <a:ln w="6350">
            <a:solidFill>
              <a:srgbClr val="CFC9BC"/>
            </a:solidFill>
            <a:prstDash val="solid"/>
          </a:ln>
        </p:spPr>
        <p:txBody>
          <a:bodyPr wrap="square" lIns="94816" tIns="56717" rIns="44017"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GOVERN</a:t>
            </a:r>
            <a:endParaRPr lang="en-US" sz="1200" dirty="0"/>
          </a:p>
        </p:txBody>
      </p:sp>
      <p:sp>
        <p:nvSpPr>
          <p:cNvPr id="47" name="Text 44"/>
          <p:cNvSpPr/>
          <p:nvPr/>
        </p:nvSpPr>
        <p:spPr>
          <a:xfrm>
            <a:off x="9684782" y="5006975"/>
            <a:ext cx="1691243" cy="595630"/>
          </a:xfrm>
          <a:prstGeom prst="roundRect">
            <a:avLst>
              <a:gd name="adj" fmla="val 12260"/>
            </a:avLst>
          </a:prstGeom>
          <a:noFill/>
          <a:ln w="6350">
            <a:solidFill>
              <a:srgbClr val="CFC9BC"/>
            </a:solidFill>
            <a:prstDash val="solid"/>
          </a:ln>
        </p:spPr>
        <p:txBody>
          <a:bodyPr wrap="square" lIns="94817" tIns="56717" rIns="44016" bIns="56717" rtlCol="0" anchor="ctr">
            <a:normAutofit/>
          </a:bodyPr>
          <a:lstStyle/>
          <a:p>
            <a:pPr marL="0" indent="0" algn="l">
              <a:lnSpc>
                <a:spcPts val="1680"/>
              </a:lnSpc>
              <a:buNone/>
            </a:pPr>
            <a:r>
              <a:rPr lang="en-US" sz="1200" b="1" kern="0" spc="100" dirty="0">
                <a:solidFill>
                  <a:srgbClr val="5E6670"/>
                </a:solidFill>
                <a:latin typeface="IBM Plex Sans" pitchFamily="34" charset="0"/>
                <a:ea typeface="IBM Plex Sans" pitchFamily="34" charset="-122"/>
                <a:cs typeface="IBM Plex Sans" pitchFamily="34" charset="-120"/>
              </a:rPr>
              <a:t>SERVE</a:t>
            </a:r>
            <a:endParaRPr lang="en-US" sz="1200" dirty="0"/>
          </a:p>
        </p:txBody>
      </p:sp>
      <p:sp>
        <p:nvSpPr>
          <p:cNvPr id="52" name="Text 0">
            <a:extLst>
              <a:ext uri="{FF2B5EF4-FFF2-40B4-BE49-F238E27FC236}">
                <a16:creationId xmlns:a16="http://schemas.microsoft.com/office/drawing/2014/main" id="{7DF78F05-7BBB-C0BE-8CF5-3DA594FDB264}"/>
              </a:ext>
            </a:extLst>
          </p:cNvPr>
          <p:cNvSpPr txBox="1">
            <a:spLocks/>
          </p:cNvSpPr>
          <p:nvPr/>
        </p:nvSpPr>
        <p:spPr>
          <a:xfrm>
            <a:off x="812800" y="812800"/>
            <a:ext cx="8447741" cy="47244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3202F"/>
                </a:solidFill>
                <a:latin typeface="IBM Plex Sans" pitchFamily="34" charset="0"/>
                <a:ea typeface="IBM Plex Sans" pitchFamily="34" charset="-122"/>
                <a:cs typeface="IBM Plex Sans" pitchFamily="34" charset="-120"/>
              </a:defRPr>
            </a:lvl1pPr>
          </a:lstStyle>
          <a:p>
            <a:pPr>
              <a:lnSpc>
                <a:spcPts val="3520"/>
              </a:lnSpc>
            </a:pPr>
            <a:r>
              <a:rPr lang="en-US" b="1" dirty="0"/>
              <a:t>Network “Source of Truth”</a:t>
            </a:r>
            <a:endParaRPr lang="en-US" dirty="0"/>
          </a:p>
        </p:txBody>
      </p:sp>
      <p:sp>
        <p:nvSpPr>
          <p:cNvPr id="2" name="Oval 1">
            <a:extLst>
              <a:ext uri="{FF2B5EF4-FFF2-40B4-BE49-F238E27FC236}">
                <a16:creationId xmlns:a16="http://schemas.microsoft.com/office/drawing/2014/main" id="{1FF5D4DE-85F2-6DAC-7F49-1E9B28432B8A}"/>
              </a:ext>
            </a:extLst>
          </p:cNvPr>
          <p:cNvSpPr/>
          <p:nvPr/>
        </p:nvSpPr>
        <p:spPr>
          <a:xfrm>
            <a:off x="105507" y="101221"/>
            <a:ext cx="513862" cy="50995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Mapping this back to our model</a:t>
            </a:r>
            <a:endParaRPr lang="en-US" sz="3200" dirty="0"/>
          </a:p>
        </p:txBody>
      </p:sp>
      <p:sp>
        <p:nvSpPr>
          <p:cNvPr id="3" name="Text 1"/>
          <p:cNvSpPr/>
          <p:nvPr/>
        </p:nvSpPr>
        <p:spPr>
          <a:xfrm>
            <a:off x="812800" y="1513842"/>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Know</a:t>
            </a:r>
            <a:endParaRPr lang="en-US" sz="1600" dirty="0"/>
          </a:p>
        </p:txBody>
      </p:sp>
      <p:sp>
        <p:nvSpPr>
          <p:cNvPr id="4" name="Text 2"/>
          <p:cNvSpPr/>
          <p:nvPr/>
        </p:nvSpPr>
        <p:spPr>
          <a:xfrm>
            <a:off x="812800" y="1795779"/>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Intent and reality</a:t>
            </a:r>
            <a:endParaRPr lang="en-US" sz="1200" dirty="0"/>
          </a:p>
        </p:txBody>
      </p:sp>
      <p:sp>
        <p:nvSpPr>
          <p:cNvPr id="5" name="Shape 3"/>
          <p:cNvSpPr/>
          <p:nvPr/>
        </p:nvSpPr>
        <p:spPr>
          <a:xfrm>
            <a:off x="812800" y="2237742"/>
            <a:ext cx="1676400" cy="581660"/>
          </a:xfrm>
          <a:prstGeom prst="roundRect">
            <a:avLst>
              <a:gd name="adj" fmla="val 10917"/>
            </a:avLst>
          </a:prstGeom>
          <a:solidFill>
            <a:srgbClr val="13202F"/>
          </a:solidFill>
          <a:ln/>
        </p:spPr>
        <p:txBody>
          <a:bodyPr/>
          <a:lstStyle/>
          <a:p>
            <a:endParaRPr lang="en-US"/>
          </a:p>
        </p:txBody>
      </p:sp>
      <p:sp>
        <p:nvSpPr>
          <p:cNvPr id="6" name="Text 4"/>
          <p:cNvSpPr/>
          <p:nvPr/>
        </p:nvSpPr>
        <p:spPr>
          <a:xfrm>
            <a:off x="914400" y="2313942"/>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Source of Truth</a:t>
            </a:r>
            <a:endParaRPr lang="en-US" sz="1200" dirty="0"/>
          </a:p>
        </p:txBody>
      </p:sp>
      <p:sp>
        <p:nvSpPr>
          <p:cNvPr id="7" name="Text 5"/>
          <p:cNvSpPr/>
          <p:nvPr/>
        </p:nvSpPr>
        <p:spPr>
          <a:xfrm>
            <a:off x="914400" y="2529842"/>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 6</a:t>
            </a:r>
            <a:endParaRPr lang="en-US" sz="1200" dirty="0"/>
          </a:p>
        </p:txBody>
      </p:sp>
      <p:sp>
        <p:nvSpPr>
          <p:cNvPr id="8" name="Shape 6"/>
          <p:cNvSpPr/>
          <p:nvPr/>
        </p:nvSpPr>
        <p:spPr>
          <a:xfrm>
            <a:off x="812800" y="2882900"/>
            <a:ext cx="1676400" cy="581660"/>
          </a:xfrm>
          <a:prstGeom prst="roundRect">
            <a:avLst>
              <a:gd name="adj" fmla="val 10917"/>
            </a:avLst>
          </a:prstGeom>
          <a:solidFill>
            <a:srgbClr val="13202F"/>
          </a:solidFill>
          <a:ln/>
        </p:spPr>
        <p:txBody>
          <a:bodyPr/>
          <a:lstStyle/>
          <a:p>
            <a:endParaRPr lang="en-US"/>
          </a:p>
        </p:txBody>
      </p:sp>
      <p:sp>
        <p:nvSpPr>
          <p:cNvPr id="9" name="Text 7"/>
          <p:cNvSpPr/>
          <p:nvPr/>
        </p:nvSpPr>
        <p:spPr>
          <a:xfrm>
            <a:off x="914400" y="2959100"/>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State Collection</a:t>
            </a:r>
            <a:endParaRPr lang="en-US" sz="1200" dirty="0"/>
          </a:p>
        </p:txBody>
      </p:sp>
      <p:sp>
        <p:nvSpPr>
          <p:cNvPr id="10" name="Text 8"/>
          <p:cNvSpPr/>
          <p:nvPr/>
        </p:nvSpPr>
        <p:spPr>
          <a:xfrm>
            <a:off x="914400" y="3175000"/>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 3</a:t>
            </a:r>
            <a:endParaRPr lang="en-US" sz="1200" dirty="0"/>
          </a:p>
        </p:txBody>
      </p:sp>
      <p:sp>
        <p:nvSpPr>
          <p:cNvPr id="11" name="Shape 9"/>
          <p:cNvSpPr/>
          <p:nvPr/>
        </p:nvSpPr>
        <p:spPr>
          <a:xfrm>
            <a:off x="812800" y="3528064"/>
            <a:ext cx="1676400" cy="581660"/>
          </a:xfrm>
          <a:prstGeom prst="roundRect">
            <a:avLst>
              <a:gd name="adj" fmla="val 10917"/>
            </a:avLst>
          </a:prstGeom>
          <a:solidFill>
            <a:srgbClr val="13202F"/>
          </a:solidFill>
          <a:ln/>
        </p:spPr>
        <p:txBody>
          <a:bodyPr/>
          <a:lstStyle/>
          <a:p>
            <a:endParaRPr lang="en-US"/>
          </a:p>
        </p:txBody>
      </p:sp>
      <p:sp>
        <p:nvSpPr>
          <p:cNvPr id="12" name="Text 10"/>
          <p:cNvSpPr/>
          <p:nvPr/>
        </p:nvSpPr>
        <p:spPr>
          <a:xfrm>
            <a:off x="914400" y="3604264"/>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Docs &amp; Reporting</a:t>
            </a:r>
            <a:endParaRPr lang="en-US" sz="1200" dirty="0"/>
          </a:p>
        </p:txBody>
      </p:sp>
      <p:sp>
        <p:nvSpPr>
          <p:cNvPr id="13" name="Text 11"/>
          <p:cNvSpPr/>
          <p:nvPr/>
        </p:nvSpPr>
        <p:spPr>
          <a:xfrm>
            <a:off x="914400" y="3820164"/>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 1</a:t>
            </a:r>
            <a:endParaRPr lang="en-US" sz="1200" dirty="0"/>
          </a:p>
        </p:txBody>
      </p:sp>
      <p:sp>
        <p:nvSpPr>
          <p:cNvPr id="14" name="Text 12"/>
          <p:cNvSpPr/>
          <p:nvPr/>
        </p:nvSpPr>
        <p:spPr>
          <a:xfrm>
            <a:off x="2590800" y="1513842"/>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Change</a:t>
            </a:r>
            <a:endParaRPr lang="en-US" sz="1600" dirty="0"/>
          </a:p>
        </p:txBody>
      </p:sp>
      <p:sp>
        <p:nvSpPr>
          <p:cNvPr id="15" name="Text 13"/>
          <p:cNvSpPr/>
          <p:nvPr/>
        </p:nvSpPr>
        <p:spPr>
          <a:xfrm>
            <a:off x="2590800" y="1795779"/>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Make the change</a:t>
            </a:r>
            <a:endParaRPr lang="en-US" sz="1200" dirty="0"/>
          </a:p>
        </p:txBody>
      </p:sp>
      <p:sp>
        <p:nvSpPr>
          <p:cNvPr id="16" name="Shape 14"/>
          <p:cNvSpPr/>
          <p:nvPr/>
        </p:nvSpPr>
        <p:spPr>
          <a:xfrm>
            <a:off x="2590800" y="2237742"/>
            <a:ext cx="1676400" cy="581660"/>
          </a:xfrm>
          <a:prstGeom prst="roundRect">
            <a:avLst>
              <a:gd name="adj" fmla="val 10917"/>
            </a:avLst>
          </a:prstGeom>
          <a:solidFill>
            <a:srgbClr val="13202F"/>
          </a:solidFill>
          <a:ln/>
        </p:spPr>
        <p:txBody>
          <a:bodyPr/>
          <a:lstStyle/>
          <a:p>
            <a:endParaRPr lang="en-US"/>
          </a:p>
        </p:txBody>
      </p:sp>
      <p:sp>
        <p:nvSpPr>
          <p:cNvPr id="17" name="Text 15"/>
          <p:cNvSpPr/>
          <p:nvPr/>
        </p:nvSpPr>
        <p:spPr>
          <a:xfrm>
            <a:off x="2692400" y="2313942"/>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Task Automation</a:t>
            </a:r>
            <a:endParaRPr lang="en-US" sz="1200" dirty="0"/>
          </a:p>
        </p:txBody>
      </p:sp>
      <p:sp>
        <p:nvSpPr>
          <p:cNvPr id="18" name="Text 16"/>
          <p:cNvSpPr/>
          <p:nvPr/>
        </p:nvSpPr>
        <p:spPr>
          <a:xfrm>
            <a:off x="2692400" y="2529842"/>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 5</a:t>
            </a:r>
            <a:endParaRPr lang="en-US" sz="1200" dirty="0"/>
          </a:p>
        </p:txBody>
      </p:sp>
      <p:sp>
        <p:nvSpPr>
          <p:cNvPr id="19" name="Shape 17"/>
          <p:cNvSpPr/>
          <p:nvPr/>
        </p:nvSpPr>
        <p:spPr>
          <a:xfrm>
            <a:off x="2590800" y="2882900"/>
            <a:ext cx="1676400" cy="581660"/>
          </a:xfrm>
          <a:prstGeom prst="roundRect">
            <a:avLst>
              <a:gd name="adj" fmla="val 10917"/>
            </a:avLst>
          </a:prstGeom>
          <a:solidFill>
            <a:srgbClr val="13202F"/>
          </a:solidFill>
          <a:ln/>
        </p:spPr>
        <p:txBody>
          <a:bodyPr/>
          <a:lstStyle/>
          <a:p>
            <a:endParaRPr lang="en-US"/>
          </a:p>
        </p:txBody>
      </p:sp>
      <p:sp>
        <p:nvSpPr>
          <p:cNvPr id="20" name="Text 18"/>
          <p:cNvSpPr/>
          <p:nvPr/>
        </p:nvSpPr>
        <p:spPr>
          <a:xfrm>
            <a:off x="2692400" y="2959100"/>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Declarative Config</a:t>
            </a:r>
            <a:endParaRPr lang="en-US" sz="1200" dirty="0"/>
          </a:p>
        </p:txBody>
      </p:sp>
      <p:sp>
        <p:nvSpPr>
          <p:cNvPr id="21" name="Text 19"/>
          <p:cNvSpPr/>
          <p:nvPr/>
        </p:nvSpPr>
        <p:spPr>
          <a:xfrm>
            <a:off x="2692400" y="3175000"/>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 6</a:t>
            </a:r>
            <a:endParaRPr lang="en-US" sz="1200" dirty="0"/>
          </a:p>
        </p:txBody>
      </p:sp>
      <p:sp>
        <p:nvSpPr>
          <p:cNvPr id="22" name="Text 20"/>
          <p:cNvSpPr/>
          <p:nvPr/>
        </p:nvSpPr>
        <p:spPr>
          <a:xfrm>
            <a:off x="2593975" y="3531239"/>
            <a:ext cx="1670050" cy="537210"/>
          </a:xfrm>
          <a:prstGeom prst="roundRect">
            <a:avLst>
              <a:gd name="adj" fmla="val 1122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Zero-Touch Provisioning</a:t>
            </a:r>
            <a:endParaRPr lang="en-US" sz="1200" dirty="0"/>
          </a:p>
        </p:txBody>
      </p:sp>
      <p:sp>
        <p:nvSpPr>
          <p:cNvPr id="23" name="Text 21"/>
          <p:cNvSpPr/>
          <p:nvPr/>
        </p:nvSpPr>
        <p:spPr>
          <a:xfrm>
            <a:off x="2593975" y="4138296"/>
            <a:ext cx="1670050" cy="346710"/>
          </a:xfrm>
          <a:prstGeom prst="roundRect">
            <a:avLst>
              <a:gd name="adj" fmla="val 17399"/>
            </a:avLst>
          </a:prstGeom>
          <a:solidFill>
            <a:srgbClr val="FDFCF9"/>
          </a:solidFill>
          <a:ln w="6350">
            <a:solidFill>
              <a:srgbClr val="DDD8CC"/>
            </a:solidFill>
            <a:prstDash val="solid"/>
          </a:ln>
        </p:spPr>
        <p:txBody>
          <a:bodyPr wrap="square" lIns="85836" tIns="60436" rIns="35036" bIns="35036"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Service Orchestration</a:t>
            </a:r>
            <a:endParaRPr lang="en-US" sz="1200" dirty="0"/>
          </a:p>
        </p:txBody>
      </p:sp>
      <p:sp>
        <p:nvSpPr>
          <p:cNvPr id="24" name="Text 22"/>
          <p:cNvSpPr/>
          <p:nvPr/>
        </p:nvSpPr>
        <p:spPr>
          <a:xfrm>
            <a:off x="4368800" y="1513842"/>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Prove</a:t>
            </a:r>
            <a:endParaRPr lang="en-US" sz="1600" dirty="0"/>
          </a:p>
        </p:txBody>
      </p:sp>
      <p:sp>
        <p:nvSpPr>
          <p:cNvPr id="25" name="Text 23"/>
          <p:cNvSpPr/>
          <p:nvPr/>
        </p:nvSpPr>
        <p:spPr>
          <a:xfrm>
            <a:off x="4368800" y="1795779"/>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Will it work? Did it?</a:t>
            </a:r>
            <a:endParaRPr lang="en-US" sz="1200" dirty="0"/>
          </a:p>
        </p:txBody>
      </p:sp>
      <p:sp>
        <p:nvSpPr>
          <p:cNvPr id="26" name="Shape 24"/>
          <p:cNvSpPr/>
          <p:nvPr/>
        </p:nvSpPr>
        <p:spPr>
          <a:xfrm>
            <a:off x="4368800" y="2237742"/>
            <a:ext cx="1676400" cy="772160"/>
          </a:xfrm>
          <a:prstGeom prst="roundRect">
            <a:avLst>
              <a:gd name="adj" fmla="val 8224"/>
            </a:avLst>
          </a:prstGeom>
          <a:solidFill>
            <a:srgbClr val="13202F"/>
          </a:solidFill>
          <a:ln/>
        </p:spPr>
        <p:txBody>
          <a:bodyPr/>
          <a:lstStyle/>
          <a:p>
            <a:endParaRPr lang="en-US"/>
          </a:p>
        </p:txBody>
      </p:sp>
      <p:sp>
        <p:nvSpPr>
          <p:cNvPr id="27" name="Text 25"/>
          <p:cNvSpPr/>
          <p:nvPr/>
        </p:nvSpPr>
        <p:spPr>
          <a:xfrm>
            <a:off x="4470400" y="2313942"/>
            <a:ext cx="15240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Pre-Change Validation</a:t>
            </a:r>
            <a:endParaRPr lang="en-US" sz="1200" dirty="0"/>
          </a:p>
        </p:txBody>
      </p:sp>
      <p:sp>
        <p:nvSpPr>
          <p:cNvPr id="28" name="Text 26"/>
          <p:cNvSpPr/>
          <p:nvPr/>
        </p:nvSpPr>
        <p:spPr>
          <a:xfrm>
            <a:off x="4470400" y="2720342"/>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Steps 2, 6</a:t>
            </a:r>
            <a:endParaRPr lang="en-US" sz="1200" dirty="0"/>
          </a:p>
        </p:txBody>
      </p:sp>
      <p:sp>
        <p:nvSpPr>
          <p:cNvPr id="29" name="Shape 27"/>
          <p:cNvSpPr/>
          <p:nvPr/>
        </p:nvSpPr>
        <p:spPr>
          <a:xfrm>
            <a:off x="4368800" y="3073400"/>
            <a:ext cx="1676400" cy="772160"/>
          </a:xfrm>
          <a:prstGeom prst="roundRect">
            <a:avLst>
              <a:gd name="adj" fmla="val 8224"/>
            </a:avLst>
          </a:prstGeom>
          <a:solidFill>
            <a:srgbClr val="13202F"/>
          </a:solidFill>
          <a:ln/>
        </p:spPr>
        <p:txBody>
          <a:bodyPr/>
          <a:lstStyle/>
          <a:p>
            <a:endParaRPr lang="en-US"/>
          </a:p>
        </p:txBody>
      </p:sp>
      <p:sp>
        <p:nvSpPr>
          <p:cNvPr id="30" name="Text 28"/>
          <p:cNvSpPr/>
          <p:nvPr/>
        </p:nvSpPr>
        <p:spPr>
          <a:xfrm>
            <a:off x="4470400" y="3149600"/>
            <a:ext cx="15240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Post-Change Verification</a:t>
            </a:r>
            <a:endParaRPr lang="en-US" sz="1200" dirty="0"/>
          </a:p>
        </p:txBody>
      </p:sp>
      <p:sp>
        <p:nvSpPr>
          <p:cNvPr id="31" name="Text 29"/>
          <p:cNvSpPr/>
          <p:nvPr/>
        </p:nvSpPr>
        <p:spPr>
          <a:xfrm>
            <a:off x="4470400" y="3556000"/>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Steps 5, 6</a:t>
            </a:r>
            <a:endParaRPr lang="en-US" sz="1200" dirty="0"/>
          </a:p>
        </p:txBody>
      </p:sp>
      <p:sp>
        <p:nvSpPr>
          <p:cNvPr id="32" name="Shape 30"/>
          <p:cNvSpPr/>
          <p:nvPr/>
        </p:nvSpPr>
        <p:spPr>
          <a:xfrm>
            <a:off x="4368800" y="3909064"/>
            <a:ext cx="1676400" cy="581660"/>
          </a:xfrm>
          <a:prstGeom prst="roundRect">
            <a:avLst>
              <a:gd name="adj" fmla="val 10917"/>
            </a:avLst>
          </a:prstGeom>
          <a:solidFill>
            <a:srgbClr val="13202F"/>
          </a:solidFill>
          <a:ln/>
        </p:spPr>
        <p:txBody>
          <a:bodyPr/>
          <a:lstStyle/>
          <a:p>
            <a:endParaRPr lang="en-US"/>
          </a:p>
        </p:txBody>
      </p:sp>
      <p:sp>
        <p:nvSpPr>
          <p:cNvPr id="33" name="Text 31"/>
          <p:cNvSpPr/>
          <p:nvPr/>
        </p:nvSpPr>
        <p:spPr>
          <a:xfrm>
            <a:off x="4470400" y="3985264"/>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Compliance &amp; Audit</a:t>
            </a:r>
            <a:endParaRPr lang="en-US" sz="1200" dirty="0"/>
          </a:p>
        </p:txBody>
      </p:sp>
      <p:sp>
        <p:nvSpPr>
          <p:cNvPr id="34" name="Text 32"/>
          <p:cNvSpPr/>
          <p:nvPr/>
        </p:nvSpPr>
        <p:spPr>
          <a:xfrm>
            <a:off x="4470400" y="4201164"/>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Steps 1, 4</a:t>
            </a:r>
            <a:endParaRPr lang="en-US" sz="1200" dirty="0"/>
          </a:p>
        </p:txBody>
      </p:sp>
      <p:sp>
        <p:nvSpPr>
          <p:cNvPr id="35" name="Text 33"/>
          <p:cNvSpPr/>
          <p:nvPr/>
        </p:nvSpPr>
        <p:spPr>
          <a:xfrm>
            <a:off x="6146800" y="1513842"/>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React</a:t>
            </a:r>
            <a:endParaRPr lang="en-US" sz="1600" dirty="0"/>
          </a:p>
        </p:txBody>
      </p:sp>
      <p:sp>
        <p:nvSpPr>
          <p:cNvPr id="36" name="Text 34"/>
          <p:cNvSpPr/>
          <p:nvPr/>
        </p:nvSpPr>
        <p:spPr>
          <a:xfrm>
            <a:off x="6146800" y="1795779"/>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Act on events</a:t>
            </a:r>
            <a:endParaRPr lang="en-US" sz="1200" dirty="0"/>
          </a:p>
        </p:txBody>
      </p:sp>
      <p:sp>
        <p:nvSpPr>
          <p:cNvPr id="37" name="Text 35"/>
          <p:cNvSpPr/>
          <p:nvPr/>
        </p:nvSpPr>
        <p:spPr>
          <a:xfrm>
            <a:off x="6153150" y="2244092"/>
            <a:ext cx="1663700" cy="528320"/>
          </a:xfrm>
          <a:prstGeom prst="roundRect">
            <a:avLst>
              <a:gd name="adj" fmla="val 10817"/>
            </a:avLst>
          </a:prstGeom>
          <a:solidFill>
            <a:srgbClr val="FDFCF9"/>
          </a:solidFill>
          <a:ln w="12700">
            <a:solidFill>
              <a:srgbClr val="A9A396"/>
            </a:solidFill>
            <a:prstDash val="dash"/>
          </a:ln>
        </p:spPr>
        <p:txBody>
          <a:bodyPr wrap="square" lIns="82321" tIns="56921" rIns="31521" bIns="31521"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Event-Driven Remediation</a:t>
            </a:r>
            <a:endParaRPr lang="en-US" sz="1200" dirty="0"/>
          </a:p>
        </p:txBody>
      </p:sp>
      <p:sp>
        <p:nvSpPr>
          <p:cNvPr id="38" name="Text 36"/>
          <p:cNvSpPr/>
          <p:nvPr/>
        </p:nvSpPr>
        <p:spPr>
          <a:xfrm>
            <a:off x="6153150" y="2848614"/>
            <a:ext cx="1663700" cy="528320"/>
          </a:xfrm>
          <a:prstGeom prst="roundRect">
            <a:avLst>
              <a:gd name="adj" fmla="val 10817"/>
            </a:avLst>
          </a:prstGeom>
          <a:solidFill>
            <a:srgbClr val="FDFCF9"/>
          </a:solidFill>
          <a:ln w="12700">
            <a:solidFill>
              <a:srgbClr val="A9A396"/>
            </a:solidFill>
            <a:prstDash val="dash"/>
          </a:ln>
        </p:spPr>
        <p:txBody>
          <a:bodyPr wrap="square" lIns="82321" tIns="56921" rIns="31521" bIns="31521"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Diagnostic Automation</a:t>
            </a:r>
            <a:endParaRPr lang="en-US" sz="1200" dirty="0"/>
          </a:p>
        </p:txBody>
      </p:sp>
      <p:sp>
        <p:nvSpPr>
          <p:cNvPr id="39" name="Text 37"/>
          <p:cNvSpPr/>
          <p:nvPr/>
        </p:nvSpPr>
        <p:spPr>
          <a:xfrm>
            <a:off x="6146800" y="3446779"/>
            <a:ext cx="1727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Next</a:t>
            </a:r>
            <a:endParaRPr lang="en-US" sz="1200" dirty="0"/>
          </a:p>
        </p:txBody>
      </p:sp>
      <p:sp>
        <p:nvSpPr>
          <p:cNvPr id="40" name="Text 38"/>
          <p:cNvSpPr/>
          <p:nvPr/>
        </p:nvSpPr>
        <p:spPr>
          <a:xfrm>
            <a:off x="7924800" y="1513842"/>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Govern</a:t>
            </a:r>
            <a:endParaRPr lang="en-US" sz="1600" dirty="0"/>
          </a:p>
        </p:txBody>
      </p:sp>
      <p:sp>
        <p:nvSpPr>
          <p:cNvPr id="41" name="Text 39"/>
          <p:cNvSpPr/>
          <p:nvPr/>
        </p:nvSpPr>
        <p:spPr>
          <a:xfrm>
            <a:off x="7924800" y="1795779"/>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Stay in policy</a:t>
            </a:r>
            <a:endParaRPr lang="en-US" sz="1200" dirty="0"/>
          </a:p>
        </p:txBody>
      </p:sp>
      <p:sp>
        <p:nvSpPr>
          <p:cNvPr id="42" name="Shape 40"/>
          <p:cNvSpPr/>
          <p:nvPr/>
        </p:nvSpPr>
        <p:spPr>
          <a:xfrm>
            <a:off x="7924800" y="2237742"/>
            <a:ext cx="1676400" cy="581660"/>
          </a:xfrm>
          <a:prstGeom prst="roundRect">
            <a:avLst>
              <a:gd name="adj" fmla="val 10917"/>
            </a:avLst>
          </a:prstGeom>
          <a:solidFill>
            <a:srgbClr val="13202F"/>
          </a:solidFill>
          <a:ln/>
        </p:spPr>
        <p:txBody>
          <a:bodyPr/>
          <a:lstStyle/>
          <a:p>
            <a:endParaRPr lang="en-US"/>
          </a:p>
        </p:txBody>
      </p:sp>
      <p:sp>
        <p:nvSpPr>
          <p:cNvPr id="43" name="Text 41"/>
          <p:cNvSpPr/>
          <p:nvPr/>
        </p:nvSpPr>
        <p:spPr>
          <a:xfrm>
            <a:off x="8026400" y="2313942"/>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Lifecycle &amp; Risk</a:t>
            </a:r>
            <a:endParaRPr lang="en-US" sz="1200" dirty="0"/>
          </a:p>
        </p:txBody>
      </p:sp>
      <p:sp>
        <p:nvSpPr>
          <p:cNvPr id="44" name="Text 42"/>
          <p:cNvSpPr/>
          <p:nvPr/>
        </p:nvSpPr>
        <p:spPr>
          <a:xfrm>
            <a:off x="8026400" y="2529842"/>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 5</a:t>
            </a:r>
            <a:endParaRPr lang="en-US" sz="1200" dirty="0"/>
          </a:p>
        </p:txBody>
      </p:sp>
      <p:sp>
        <p:nvSpPr>
          <p:cNvPr id="45" name="Shape 43"/>
          <p:cNvSpPr/>
          <p:nvPr/>
        </p:nvSpPr>
        <p:spPr>
          <a:xfrm>
            <a:off x="7924800" y="2882900"/>
            <a:ext cx="1676400" cy="581660"/>
          </a:xfrm>
          <a:prstGeom prst="roundRect">
            <a:avLst>
              <a:gd name="adj" fmla="val 10917"/>
            </a:avLst>
          </a:prstGeom>
          <a:solidFill>
            <a:srgbClr val="13202F"/>
          </a:solidFill>
          <a:ln/>
        </p:spPr>
        <p:txBody>
          <a:bodyPr/>
          <a:lstStyle/>
          <a:p>
            <a:endParaRPr lang="en-US"/>
          </a:p>
        </p:txBody>
      </p:sp>
      <p:sp>
        <p:nvSpPr>
          <p:cNvPr id="46" name="Text 44"/>
          <p:cNvSpPr/>
          <p:nvPr/>
        </p:nvSpPr>
        <p:spPr>
          <a:xfrm>
            <a:off x="8026400" y="2959100"/>
            <a:ext cx="15240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5F3EE"/>
                </a:solidFill>
                <a:latin typeface="IBM Plex Sans" pitchFamily="34" charset="0"/>
                <a:ea typeface="IBM Plex Sans" pitchFamily="34" charset="-122"/>
                <a:cs typeface="IBM Plex Sans" pitchFamily="34" charset="-120"/>
              </a:rPr>
              <a:t>Security Policy</a:t>
            </a:r>
            <a:endParaRPr lang="en-US" sz="1200" dirty="0"/>
          </a:p>
        </p:txBody>
      </p:sp>
      <p:sp>
        <p:nvSpPr>
          <p:cNvPr id="47" name="Text 45"/>
          <p:cNvSpPr/>
          <p:nvPr/>
        </p:nvSpPr>
        <p:spPr>
          <a:xfrm>
            <a:off x="8026400" y="3175000"/>
            <a:ext cx="1524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904A"/>
                </a:solidFill>
                <a:latin typeface="JetBrains Mono" pitchFamily="49" charset="0"/>
                <a:ea typeface="JetBrains Mono" pitchFamily="49" charset="-122"/>
                <a:cs typeface="JetBrains Mono" pitchFamily="49" charset="-120"/>
              </a:rPr>
              <a:t>Steps 1, 4</a:t>
            </a:r>
            <a:endParaRPr lang="en-US" sz="1200" dirty="0"/>
          </a:p>
        </p:txBody>
      </p:sp>
      <p:sp>
        <p:nvSpPr>
          <p:cNvPr id="48" name="Text 46"/>
          <p:cNvSpPr/>
          <p:nvPr/>
        </p:nvSpPr>
        <p:spPr>
          <a:xfrm>
            <a:off x="9702800" y="1513842"/>
            <a:ext cx="1727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F"/>
                </a:solidFill>
                <a:latin typeface="IBM Plex Sans" pitchFamily="34" charset="0"/>
                <a:ea typeface="IBM Plex Sans" pitchFamily="34" charset="-122"/>
                <a:cs typeface="IBM Plex Sans" pitchFamily="34" charset="-120"/>
              </a:rPr>
              <a:t>Serve</a:t>
            </a:r>
            <a:endParaRPr lang="en-US" sz="1600" dirty="0"/>
          </a:p>
        </p:txBody>
      </p:sp>
      <p:sp>
        <p:nvSpPr>
          <p:cNvPr id="49" name="Text 47"/>
          <p:cNvSpPr/>
          <p:nvPr/>
        </p:nvSpPr>
        <p:spPr>
          <a:xfrm>
            <a:off x="9702800" y="1795779"/>
            <a:ext cx="1727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6505C"/>
                </a:solidFill>
                <a:latin typeface="IBM Plex Sans" pitchFamily="34" charset="0"/>
                <a:ea typeface="IBM Plex Sans" pitchFamily="34" charset="-122"/>
                <a:cs typeface="IBM Plex Sans" pitchFamily="34" charset="-120"/>
              </a:rPr>
              <a:t>Let others self-serve</a:t>
            </a:r>
            <a:endParaRPr lang="en-US" sz="1200" dirty="0"/>
          </a:p>
        </p:txBody>
      </p:sp>
      <p:sp>
        <p:nvSpPr>
          <p:cNvPr id="50" name="Text 48"/>
          <p:cNvSpPr/>
          <p:nvPr/>
        </p:nvSpPr>
        <p:spPr>
          <a:xfrm>
            <a:off x="9709150" y="2244092"/>
            <a:ext cx="1663700" cy="528320"/>
          </a:xfrm>
          <a:prstGeom prst="roundRect">
            <a:avLst>
              <a:gd name="adj" fmla="val 10817"/>
            </a:avLst>
          </a:prstGeom>
          <a:solidFill>
            <a:srgbClr val="FDFCF9"/>
          </a:solidFill>
          <a:ln w="12700">
            <a:solidFill>
              <a:srgbClr val="A9A396"/>
            </a:solidFill>
            <a:prstDash val="dash"/>
          </a:ln>
        </p:spPr>
        <p:txBody>
          <a:bodyPr wrap="square" lIns="82321" tIns="56921" rIns="31521" bIns="31521" rtlCol="0" anchor="t">
            <a:normAutofit/>
          </a:bodyPr>
          <a:lstStyle/>
          <a:p>
            <a:pPr marL="0" indent="0" algn="l">
              <a:lnSpc>
                <a:spcPts val="1500"/>
              </a:lnSpc>
              <a:buNone/>
            </a:pPr>
            <a:r>
              <a:rPr lang="en-US" sz="1200" dirty="0">
                <a:solidFill>
                  <a:srgbClr val="13202F"/>
                </a:solidFill>
                <a:latin typeface="IBM Plex Sans" pitchFamily="34" charset="0"/>
                <a:ea typeface="IBM Plex Sans" pitchFamily="34" charset="-122"/>
                <a:cs typeface="IBM Plex Sans" pitchFamily="34" charset="-120"/>
              </a:rPr>
              <a:t>Self-Service</a:t>
            </a:r>
            <a:endParaRPr lang="en-US" sz="1200" dirty="0"/>
          </a:p>
        </p:txBody>
      </p:sp>
      <p:sp>
        <p:nvSpPr>
          <p:cNvPr id="51" name="Text 49"/>
          <p:cNvSpPr/>
          <p:nvPr/>
        </p:nvSpPr>
        <p:spPr>
          <a:xfrm>
            <a:off x="9702800" y="3484884"/>
            <a:ext cx="1727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Next</a:t>
            </a:r>
            <a:endParaRPr lang="en-US" sz="1200" dirty="0"/>
          </a:p>
        </p:txBody>
      </p:sp>
      <p:sp>
        <p:nvSpPr>
          <p:cNvPr id="53" name="Text 48">
            <a:extLst>
              <a:ext uri="{FF2B5EF4-FFF2-40B4-BE49-F238E27FC236}">
                <a16:creationId xmlns:a16="http://schemas.microsoft.com/office/drawing/2014/main" id="{A64002F9-0069-90FF-06DA-322C7D26D3F4}"/>
              </a:ext>
            </a:extLst>
          </p:cNvPr>
          <p:cNvSpPr/>
          <p:nvPr/>
        </p:nvSpPr>
        <p:spPr>
          <a:xfrm>
            <a:off x="9709150" y="2912598"/>
            <a:ext cx="1663700" cy="528320"/>
          </a:xfrm>
          <a:prstGeom prst="roundRect">
            <a:avLst>
              <a:gd name="adj" fmla="val 10817"/>
            </a:avLst>
          </a:prstGeom>
          <a:solidFill>
            <a:srgbClr val="FDFCF9"/>
          </a:solidFill>
          <a:ln w="12700">
            <a:solidFill>
              <a:srgbClr val="A9A396"/>
            </a:solidFill>
            <a:prstDash val="dash"/>
          </a:ln>
        </p:spPr>
        <p:txBody>
          <a:bodyPr wrap="square" lIns="82321" tIns="56921" rIns="31521" bIns="31521" rtlCol="0" anchor="t">
            <a:normAutofit/>
          </a:bodyPr>
          <a:lstStyle/>
          <a:p>
            <a:pPr marL="0" indent="0" algn="l">
              <a:lnSpc>
                <a:spcPts val="1500"/>
              </a:lnSpc>
              <a:buNone/>
            </a:pPr>
            <a:r>
              <a:rPr lang="en-US" sz="1200" dirty="0" err="1">
                <a:solidFill>
                  <a:srgbClr val="13202F"/>
                </a:solidFill>
                <a:latin typeface="IBM Plex Sans" pitchFamily="34" charset="0"/>
                <a:ea typeface="IBM Plex Sans" pitchFamily="34" charset="-122"/>
                <a:cs typeface="IBM Plex Sans" pitchFamily="34" charset="-120"/>
              </a:rPr>
              <a:t>ChatOps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5975" y="85851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F"/>
                </a:solidFill>
                <a:latin typeface="IBM Plex Sans" pitchFamily="34" charset="0"/>
                <a:ea typeface="IBM Plex Sans" pitchFamily="34" charset="-122"/>
                <a:cs typeface="IBM Plex Sans" pitchFamily="34" charset="-120"/>
              </a:rPr>
              <a:t>What could this look like, for you?</a:t>
            </a:r>
            <a:endParaRPr lang="en-US" sz="3200" dirty="0"/>
          </a:p>
        </p:txBody>
      </p:sp>
      <p:sp>
        <p:nvSpPr>
          <p:cNvPr id="4" name="Shape 2"/>
          <p:cNvSpPr/>
          <p:nvPr/>
        </p:nvSpPr>
        <p:spPr>
          <a:xfrm>
            <a:off x="815975" y="2085975"/>
            <a:ext cx="2522220" cy="2279650"/>
          </a:xfrm>
          <a:prstGeom prst="roundRect">
            <a:avLst>
              <a:gd name="adj" fmla="val 4318"/>
            </a:avLst>
          </a:prstGeom>
          <a:solidFill>
            <a:srgbClr val="E6EEF6"/>
          </a:solidFill>
          <a:ln w="6350">
            <a:solidFill>
              <a:srgbClr val="BCD0E4"/>
            </a:solidFill>
            <a:prstDash val="solid"/>
          </a:ln>
        </p:spPr>
        <p:txBody>
          <a:bodyPr/>
          <a:lstStyle/>
          <a:p>
            <a:endParaRPr lang="en-US"/>
          </a:p>
        </p:txBody>
      </p:sp>
      <p:sp>
        <p:nvSpPr>
          <p:cNvPr id="5" name="Text 3"/>
          <p:cNvSpPr/>
          <p:nvPr/>
        </p:nvSpPr>
        <p:spPr>
          <a:xfrm>
            <a:off x="1021080" y="2291085"/>
            <a:ext cx="2175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5F8F"/>
                </a:solidFill>
                <a:latin typeface="JetBrains Mono" pitchFamily="49" charset="0"/>
                <a:ea typeface="JetBrains Mono" pitchFamily="49" charset="-122"/>
                <a:cs typeface="JetBrains Mono" pitchFamily="49" charset="-120"/>
              </a:rPr>
              <a:t>THIS WEEK --  1–2</a:t>
            </a:r>
            <a:endParaRPr lang="en-US" sz="1200" dirty="0"/>
          </a:p>
        </p:txBody>
      </p:sp>
      <p:sp>
        <p:nvSpPr>
          <p:cNvPr id="6" name="Text 4"/>
          <p:cNvSpPr/>
          <p:nvPr/>
        </p:nvSpPr>
        <p:spPr>
          <a:xfrm>
            <a:off x="1021080" y="2606042"/>
            <a:ext cx="217537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404E"/>
                </a:solidFill>
                <a:latin typeface="IBM Plex Sans" pitchFamily="34" charset="0"/>
                <a:ea typeface="IBM Plex Sans" pitchFamily="34" charset="-122"/>
                <a:cs typeface="IBM Plex Sans" pitchFamily="34" charset="-120"/>
              </a:rPr>
              <a:t>Build a config explorer from a few exports. Spin up a lab from one prompt.</a:t>
            </a:r>
            <a:endParaRPr lang="en-US" sz="1300" dirty="0"/>
          </a:p>
        </p:txBody>
      </p:sp>
      <p:sp>
        <p:nvSpPr>
          <p:cNvPr id="7" name="Text 5"/>
          <p:cNvSpPr/>
          <p:nvPr/>
        </p:nvSpPr>
        <p:spPr>
          <a:xfrm>
            <a:off x="1021080" y="3733800"/>
            <a:ext cx="2175370"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02F"/>
                </a:solidFill>
                <a:latin typeface="IBM Plex Sans" pitchFamily="34" charset="0"/>
                <a:ea typeface="IBM Plex Sans" pitchFamily="34" charset="-122"/>
                <a:cs typeface="IBM Plex Sans" pitchFamily="34" charset="-120"/>
              </a:rPr>
              <a:t>Done when:</a:t>
            </a:r>
          </a:p>
          <a:p>
            <a:pPr marL="0" indent="0" algn="l">
              <a:lnSpc>
                <a:spcPts val="1680"/>
              </a:lnSpc>
              <a:buNone/>
            </a:pPr>
            <a:r>
              <a:rPr lang="en-US" sz="1200" b="1" dirty="0">
                <a:solidFill>
                  <a:srgbClr val="13202F"/>
                </a:solidFill>
                <a:latin typeface="IBM Plex Sans" pitchFamily="34" charset="0"/>
                <a:ea typeface="IBM Plex Sans" pitchFamily="34" charset="-122"/>
                <a:cs typeface="IBM Plex Sans" pitchFamily="34" charset="-120"/>
              </a:rPr>
              <a:t>you trust AI on copies</a:t>
            </a:r>
            <a:endParaRPr lang="en-US" sz="1200" dirty="0"/>
          </a:p>
        </p:txBody>
      </p:sp>
      <p:sp>
        <p:nvSpPr>
          <p:cNvPr id="8" name="Shape 6"/>
          <p:cNvSpPr/>
          <p:nvPr/>
        </p:nvSpPr>
        <p:spPr>
          <a:xfrm>
            <a:off x="3496945" y="2085975"/>
            <a:ext cx="2522220" cy="2279650"/>
          </a:xfrm>
          <a:prstGeom prst="roundRect">
            <a:avLst>
              <a:gd name="adj" fmla="val 4318"/>
            </a:avLst>
          </a:prstGeom>
          <a:solidFill>
            <a:srgbClr val="E6EEF6"/>
          </a:solidFill>
          <a:ln w="6350">
            <a:solidFill>
              <a:srgbClr val="BCD0E4"/>
            </a:solidFill>
            <a:prstDash val="solid"/>
          </a:ln>
        </p:spPr>
        <p:txBody>
          <a:bodyPr/>
          <a:lstStyle/>
          <a:p>
            <a:endParaRPr lang="en-US"/>
          </a:p>
        </p:txBody>
      </p:sp>
      <p:sp>
        <p:nvSpPr>
          <p:cNvPr id="9" name="Text 7"/>
          <p:cNvSpPr/>
          <p:nvPr/>
        </p:nvSpPr>
        <p:spPr>
          <a:xfrm>
            <a:off x="3702050" y="2291085"/>
            <a:ext cx="2175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5F8F"/>
                </a:solidFill>
                <a:latin typeface="JetBrains Mono" pitchFamily="49" charset="0"/>
                <a:ea typeface="JetBrains Mono" pitchFamily="49" charset="-122"/>
                <a:cs typeface="JetBrains Mono" pitchFamily="49" charset="-120"/>
              </a:rPr>
              <a:t>THIS MONTH -- 3–4</a:t>
            </a:r>
            <a:endParaRPr lang="en-US" sz="1200" dirty="0"/>
          </a:p>
        </p:txBody>
      </p:sp>
      <p:sp>
        <p:nvSpPr>
          <p:cNvPr id="10" name="Text 8"/>
          <p:cNvSpPr/>
          <p:nvPr/>
        </p:nvSpPr>
        <p:spPr>
          <a:xfrm>
            <a:off x="3702050" y="2606042"/>
            <a:ext cx="2175370"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404E"/>
                </a:solidFill>
                <a:latin typeface="IBM Plex Sans" pitchFamily="34" charset="0"/>
                <a:ea typeface="IBM Plex Sans" pitchFamily="34" charset="-122"/>
                <a:cs typeface="IBM Plex Sans" pitchFamily="34" charset="-120"/>
              </a:rPr>
              <a:t>Nightly config backups to git, read-only. Your first three unit tests, posting to Teams.</a:t>
            </a:r>
            <a:endParaRPr lang="en-US" sz="1300" dirty="0"/>
          </a:p>
        </p:txBody>
      </p:sp>
      <p:sp>
        <p:nvSpPr>
          <p:cNvPr id="11" name="Text 9"/>
          <p:cNvSpPr/>
          <p:nvPr/>
        </p:nvSpPr>
        <p:spPr>
          <a:xfrm>
            <a:off x="3702050" y="3733800"/>
            <a:ext cx="2175370"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02F"/>
                </a:solidFill>
                <a:latin typeface="IBM Plex Sans" pitchFamily="34" charset="0"/>
                <a:ea typeface="IBM Plex Sans" pitchFamily="34" charset="-122"/>
                <a:cs typeface="IBM Plex Sans" pitchFamily="34" charset="-120"/>
              </a:rPr>
              <a:t>Done when:</a:t>
            </a:r>
          </a:p>
          <a:p>
            <a:pPr marL="0" indent="0" algn="l">
              <a:lnSpc>
                <a:spcPts val="1680"/>
              </a:lnSpc>
              <a:buNone/>
            </a:pPr>
            <a:r>
              <a:rPr lang="en-US" sz="1200" b="1" dirty="0">
                <a:solidFill>
                  <a:srgbClr val="13202F"/>
                </a:solidFill>
                <a:latin typeface="IBM Plex Sans" pitchFamily="34" charset="0"/>
                <a:ea typeface="IBM Plex Sans" pitchFamily="34" charset="-122"/>
                <a:cs typeface="IBM Plex Sans" pitchFamily="34" charset="-120"/>
              </a:rPr>
              <a:t>tests you trust run nightly</a:t>
            </a:r>
            <a:endParaRPr lang="en-US" sz="1200" dirty="0"/>
          </a:p>
        </p:txBody>
      </p:sp>
      <p:sp>
        <p:nvSpPr>
          <p:cNvPr id="12" name="Shape 10"/>
          <p:cNvSpPr/>
          <p:nvPr/>
        </p:nvSpPr>
        <p:spPr>
          <a:xfrm>
            <a:off x="6177915" y="2085975"/>
            <a:ext cx="2522220" cy="2279650"/>
          </a:xfrm>
          <a:prstGeom prst="roundRect">
            <a:avLst>
              <a:gd name="adj" fmla="val 4318"/>
            </a:avLst>
          </a:prstGeom>
          <a:solidFill>
            <a:srgbClr val="FBEFE3"/>
          </a:solidFill>
          <a:ln w="6350">
            <a:solidFill>
              <a:srgbClr val="F0C9A6"/>
            </a:solidFill>
            <a:prstDash val="solid"/>
          </a:ln>
        </p:spPr>
        <p:txBody>
          <a:bodyPr/>
          <a:lstStyle/>
          <a:p>
            <a:endParaRPr lang="en-US"/>
          </a:p>
        </p:txBody>
      </p:sp>
      <p:sp>
        <p:nvSpPr>
          <p:cNvPr id="13" name="Text 11"/>
          <p:cNvSpPr/>
          <p:nvPr/>
        </p:nvSpPr>
        <p:spPr>
          <a:xfrm>
            <a:off x="6383020" y="2291085"/>
            <a:ext cx="2175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THIS QUARTER -- 5</a:t>
            </a:r>
            <a:endParaRPr lang="en-US" sz="1200" dirty="0"/>
          </a:p>
        </p:txBody>
      </p:sp>
      <p:sp>
        <p:nvSpPr>
          <p:cNvPr id="14" name="Text 12"/>
          <p:cNvSpPr/>
          <p:nvPr/>
        </p:nvSpPr>
        <p:spPr>
          <a:xfrm>
            <a:off x="6383020" y="2606042"/>
            <a:ext cx="2175370"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404E"/>
                </a:solidFill>
                <a:latin typeface="IBM Plex Sans" pitchFamily="34" charset="0"/>
                <a:ea typeface="IBM Plex Sans" pitchFamily="34" charset="-122"/>
                <a:cs typeface="IBM Plex Sans" pitchFamily="34" charset="-120"/>
              </a:rPr>
              <a:t>Automate one upgrade with a before-and-after state diff: lab first, then one HA pair.</a:t>
            </a:r>
            <a:endParaRPr lang="en-US" sz="1300" dirty="0"/>
          </a:p>
        </p:txBody>
      </p:sp>
      <p:sp>
        <p:nvSpPr>
          <p:cNvPr id="15" name="Text 13"/>
          <p:cNvSpPr/>
          <p:nvPr/>
        </p:nvSpPr>
        <p:spPr>
          <a:xfrm>
            <a:off x="6383020" y="3733800"/>
            <a:ext cx="2175370"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02F"/>
                </a:solidFill>
                <a:latin typeface="IBM Plex Sans" pitchFamily="34" charset="0"/>
                <a:ea typeface="IBM Plex Sans" pitchFamily="34" charset="-122"/>
                <a:cs typeface="IBM Plex Sans" pitchFamily="34" charset="-120"/>
              </a:rPr>
              <a:t>Done when:</a:t>
            </a:r>
          </a:p>
          <a:p>
            <a:pPr marL="0" indent="0" algn="l">
              <a:lnSpc>
                <a:spcPts val="1680"/>
              </a:lnSpc>
              <a:buNone/>
            </a:pPr>
            <a:r>
              <a:rPr lang="en-US" sz="1200" b="1" dirty="0">
                <a:solidFill>
                  <a:srgbClr val="13202F"/>
                </a:solidFill>
                <a:latin typeface="IBM Plex Sans" pitchFamily="34" charset="0"/>
                <a:ea typeface="IBM Plex Sans" pitchFamily="34" charset="-122"/>
                <a:cs typeface="IBM Plex Sans" pitchFamily="34" charset="-120"/>
              </a:rPr>
              <a:t>a clean production upgrade</a:t>
            </a:r>
            <a:endParaRPr lang="en-US" sz="1200" dirty="0"/>
          </a:p>
        </p:txBody>
      </p:sp>
      <p:sp>
        <p:nvSpPr>
          <p:cNvPr id="16" name="Shape 14"/>
          <p:cNvSpPr/>
          <p:nvPr/>
        </p:nvSpPr>
        <p:spPr>
          <a:xfrm>
            <a:off x="8865235" y="2092325"/>
            <a:ext cx="2504440" cy="2266950"/>
          </a:xfrm>
          <a:prstGeom prst="roundRect">
            <a:avLst>
              <a:gd name="adj" fmla="val 4062"/>
            </a:avLst>
          </a:prstGeom>
          <a:solidFill>
            <a:srgbClr val="FBEFE3"/>
          </a:solidFill>
          <a:ln w="19050">
            <a:solidFill>
              <a:srgbClr val="E07A2E"/>
            </a:solidFill>
            <a:prstDash val="solid"/>
          </a:ln>
        </p:spPr>
        <p:txBody>
          <a:bodyPr/>
          <a:lstStyle/>
          <a:p>
            <a:endParaRPr lang="en-US"/>
          </a:p>
        </p:txBody>
      </p:sp>
      <p:sp>
        <p:nvSpPr>
          <p:cNvPr id="17" name="Text 15"/>
          <p:cNvSpPr/>
          <p:nvPr/>
        </p:nvSpPr>
        <p:spPr>
          <a:xfrm>
            <a:off x="9061450" y="2288542"/>
            <a:ext cx="2175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5A14"/>
                </a:solidFill>
                <a:latin typeface="JetBrains Mono" pitchFamily="49" charset="0"/>
                <a:ea typeface="JetBrains Mono" pitchFamily="49" charset="-122"/>
                <a:cs typeface="JetBrains Mono" pitchFamily="49" charset="-120"/>
              </a:rPr>
              <a:t>WHEN READY -- 6</a:t>
            </a:r>
            <a:endParaRPr lang="en-US" sz="1200" dirty="0"/>
          </a:p>
        </p:txBody>
      </p:sp>
      <p:sp>
        <p:nvSpPr>
          <p:cNvPr id="18" name="Text 16"/>
          <p:cNvSpPr/>
          <p:nvPr/>
        </p:nvSpPr>
        <p:spPr>
          <a:xfrm>
            <a:off x="9061450" y="2603500"/>
            <a:ext cx="217537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404E"/>
                </a:solidFill>
                <a:latin typeface="IBM Plex Sans" pitchFamily="34" charset="0"/>
                <a:ea typeface="IBM Plex Sans" pitchFamily="34" charset="-122"/>
                <a:cs typeface="IBM Plex Sans" pitchFamily="34" charset="-120"/>
              </a:rPr>
              <a:t>Model one fabric in a source of truth, starting from AVD's data model.</a:t>
            </a:r>
            <a:endParaRPr lang="en-US" sz="1300" dirty="0"/>
          </a:p>
        </p:txBody>
      </p:sp>
      <p:sp>
        <p:nvSpPr>
          <p:cNvPr id="19" name="Text 17"/>
          <p:cNvSpPr/>
          <p:nvPr/>
        </p:nvSpPr>
        <p:spPr>
          <a:xfrm>
            <a:off x="9061450" y="3736342"/>
            <a:ext cx="2175370" cy="452120"/>
          </a:xfrm>
          <a:prstGeom prst="rect">
            <a:avLst/>
          </a:prstGeom>
          <a:noFill/>
          <a:ln/>
        </p:spPr>
        <p:txBody>
          <a:bodyPr wrap="square" lIns="0" tIns="0" rIns="0" bIns="0" rtlCol="0" anchor="t">
            <a:normAutofit fontScale="92500"/>
          </a:bodyPr>
          <a:lstStyle/>
          <a:p>
            <a:pPr marL="0" indent="0" algn="l">
              <a:lnSpc>
                <a:spcPts val="1680"/>
              </a:lnSpc>
              <a:buNone/>
            </a:pPr>
            <a:r>
              <a:rPr lang="en-US" sz="1200" b="1" dirty="0">
                <a:solidFill>
                  <a:srgbClr val="13202F"/>
                </a:solidFill>
                <a:latin typeface="IBM Plex Sans" pitchFamily="34" charset="0"/>
                <a:ea typeface="IBM Plex Sans" pitchFamily="34" charset="-122"/>
                <a:cs typeface="IBM Plex Sans" pitchFamily="34" charset="-120"/>
              </a:rPr>
              <a:t>Done when: </a:t>
            </a:r>
          </a:p>
          <a:p>
            <a:pPr marL="0" indent="0" algn="l">
              <a:lnSpc>
                <a:spcPts val="1680"/>
              </a:lnSpc>
              <a:buNone/>
            </a:pPr>
            <a:r>
              <a:rPr lang="en-US" sz="1200" b="1" dirty="0">
                <a:solidFill>
                  <a:srgbClr val="13202F"/>
                </a:solidFill>
                <a:latin typeface="IBM Plex Sans" pitchFamily="34" charset="0"/>
              </a:rPr>
              <a:t>the first fully automated change</a:t>
            </a:r>
            <a:endParaRPr lang="en-US" sz="1200" dirty="0"/>
          </a:p>
        </p:txBody>
      </p:sp>
      <p:sp>
        <p:nvSpPr>
          <p:cNvPr id="20" name="Text 18"/>
          <p:cNvSpPr/>
          <p:nvPr/>
        </p:nvSpPr>
        <p:spPr>
          <a:xfrm>
            <a:off x="812800" y="4673600"/>
            <a:ext cx="11379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3202F"/>
                </a:solidFill>
                <a:latin typeface="IBM Plex Sans" pitchFamily="34" charset="0"/>
                <a:ea typeface="IBM Plex Sans" pitchFamily="34" charset="-122"/>
                <a:cs typeface="IBM Plex Sans" pitchFamily="34" charset="-120"/>
              </a:rPr>
              <a:t>Leaders:</a:t>
            </a:r>
            <a:r>
              <a:rPr lang="en-US" sz="1500" dirty="0">
                <a:solidFill>
                  <a:srgbClr val="46505C"/>
                </a:solidFill>
                <a:latin typeface="IBM Plex Sans" pitchFamily="34" charset="0"/>
                <a:ea typeface="IBM Plex Sans" pitchFamily="34" charset="-122"/>
                <a:cs typeface="IBM Plex Sans" pitchFamily="34" charset="-120"/>
              </a:rPr>
              <a:t> approve one AI tool for config work, a read-only service account, and a sandbox cloud subscription (with a budget).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13202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007555"/>
            <a:ext cx="7508494"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5F3EE"/>
                </a:solidFill>
                <a:latin typeface="IBM Plex Sans" pitchFamily="34" charset="0"/>
                <a:ea typeface="IBM Plex Sans" pitchFamily="34" charset="-122"/>
                <a:cs typeface="IBM Plex Sans" pitchFamily="34" charset="-120"/>
              </a:rPr>
              <a:t>Questions?</a:t>
            </a:r>
            <a:endParaRPr lang="en-US" sz="4800" dirty="0"/>
          </a:p>
        </p:txBody>
      </p:sp>
      <p:sp>
        <p:nvSpPr>
          <p:cNvPr id="4" name="Text 2"/>
          <p:cNvSpPr/>
          <p:nvPr/>
        </p:nvSpPr>
        <p:spPr>
          <a:xfrm>
            <a:off x="812800" y="2884386"/>
            <a:ext cx="7508494" cy="1428750"/>
          </a:xfrm>
          <a:prstGeom prst="rect">
            <a:avLst/>
          </a:prstGeom>
          <a:noFill/>
          <a:ln/>
        </p:spPr>
        <p:txBody>
          <a:bodyPr wrap="square" lIns="0" tIns="0" rIns="0" bIns="0" rtlCol="0" anchor="t">
            <a:normAutofit/>
          </a:bodyPr>
          <a:lstStyle/>
          <a:p>
            <a:pPr marL="0" indent="0" algn="l">
              <a:lnSpc>
                <a:spcPts val="2210"/>
              </a:lnSpc>
              <a:buNone/>
            </a:pPr>
            <a:r>
              <a:rPr lang="en-US" dirty="0">
                <a:solidFill>
                  <a:srgbClr val="E8EDF2"/>
                </a:solidFill>
                <a:latin typeface="JetBrains Mono" pitchFamily="49" charset="0"/>
                <a:ea typeface="JetBrains Mono" pitchFamily="49" charset="-122"/>
                <a:cs typeface="JetBrains Mono" pitchFamily="49" charset="-120"/>
              </a:rPr>
              <a:t>github.com/ae-business-solutions/</a:t>
            </a:r>
            <a:r>
              <a:rPr lang="en-US" dirty="0">
                <a:solidFill>
                  <a:srgbClr val="E8904A"/>
                </a:solidFill>
                <a:latin typeface="JetBrains Mono" pitchFamily="49" charset="0"/>
                <a:ea typeface="JetBrains Mono" pitchFamily="49" charset="-122"/>
                <a:cs typeface="JetBrains Mono" pitchFamily="49" charset="-120"/>
              </a:rPr>
              <a:t>guidepost2026-network-starter</a:t>
            </a:r>
            <a:endParaRPr lang="en-US" dirty="0"/>
          </a:p>
        </p:txBody>
      </p:sp>
      <p:sp>
        <p:nvSpPr>
          <p:cNvPr id="6" name="Text 3"/>
          <p:cNvSpPr/>
          <p:nvPr/>
        </p:nvSpPr>
        <p:spPr>
          <a:xfrm>
            <a:off x="8904510" y="4710435"/>
            <a:ext cx="2282380"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C3CCD6"/>
                </a:solidFill>
                <a:latin typeface="IBM Plex Sans" pitchFamily="34" charset="0"/>
                <a:ea typeface="IBM Plex Sans" pitchFamily="34" charset="-122"/>
                <a:cs typeface="IBM Plex Sans" pitchFamily="34" charset="-120"/>
              </a:rPr>
              <a:t>network-starter on GitHub</a:t>
            </a:r>
            <a:endParaRPr lang="en-US" sz="1300" dirty="0"/>
          </a:p>
        </p:txBody>
      </p:sp>
      <p:pic>
        <p:nvPicPr>
          <p:cNvPr id="7" name="Graphic 6" descr="QR preview">
            <a:extLst>
              <a:ext uri="{FF2B5EF4-FFF2-40B4-BE49-F238E27FC236}">
                <a16:creationId xmlns:a16="http://schemas.microsoft.com/office/drawing/2014/main" id="{A961FC54-EE6C-B173-90E9-1A27930BE3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36000" y="1735016"/>
            <a:ext cx="2819400" cy="2819400"/>
          </a:xfrm>
          <a:prstGeom prst="rect">
            <a:avLst/>
          </a:prstGeom>
        </p:spPr>
      </p:pic>
    </p:spTree>
  </p:cSld>
  <p:clrMapOvr>
    <a:masterClrMapping/>
  </p:clrMapOvr>
</p:sld>
</file>

<file path=ppt/theme/theme1.xml><?xml version="1.0" encoding="utf-8"?>
<a:theme xmlns:a="http://schemas.openxmlformats.org/drawingml/2006/main" name="Network Automation in the AI Era">
  <a:themeElements>
    <a:clrScheme name="Network Automation in the AI Era">
      <a:dk1>
        <a:srgbClr val="46505C"/>
      </a:dk1>
      <a:lt1>
        <a:srgbClr val="F5F3EE"/>
      </a:lt1>
      <a:dk2>
        <a:srgbClr val="727981"/>
      </a:dk2>
      <a:lt2>
        <a:srgbClr val="E4E3DF"/>
      </a:lt2>
      <a:accent1>
        <a:srgbClr val="B85A14"/>
      </a:accent1>
      <a:accent2>
        <a:srgbClr val="E8904A"/>
      </a:accent2>
      <a:accent3>
        <a:srgbClr val="2F5F8F"/>
      </a:accent3>
      <a:accent4>
        <a:srgbClr val="1F4E7A"/>
      </a:accent4>
      <a:accent5>
        <a:srgbClr val="8A3F0A"/>
      </a:accent5>
      <a:accent6>
        <a:srgbClr val="13202F"/>
      </a:accent6>
      <a:hlink>
        <a:srgbClr val="0563C1"/>
      </a:hlink>
      <a:folHlink>
        <a:srgbClr val="954F72"/>
      </a:folHlink>
    </a:clrScheme>
    <a:fontScheme name="Network Automation in the AI Er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3358</Words>
  <Application>Microsoft Macintosh PowerPoint</Application>
  <PresentationFormat>Widescreen</PresentationFormat>
  <Paragraphs>423</Paragraphs>
  <Slides>19</Slides>
  <Notes>18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Consolas</vt:lpstr>
      <vt:lpstr>IBM Plex Sans</vt:lpstr>
      <vt:lpstr>JetBrains Mono</vt:lpstr>
      <vt:lpstr>Montserrat</vt:lpstr>
      <vt:lpstr>Montserrat Bold</vt:lpstr>
      <vt:lpstr>Network Automation in the AI Era</vt:lpstr>
      <vt:lpstr>1_Office Theme</vt:lpstr>
      <vt:lpstr>PowerPoint Presentation</vt:lpstr>
      <vt:lpstr>A model for thinking about automation</vt:lpstr>
      <vt:lpstr>Automation is more than “scripts”</vt:lpstr>
      <vt:lpstr>Automation &amp; Risk Quantification</vt:lpstr>
      <vt:lpstr>What AI changed (and what it didn’t)</vt:lpstr>
      <vt:lpstr>My Recommendations on Getting Started</vt:lpstr>
      <vt:lpstr>Automation is more than “scripts”</vt:lpstr>
      <vt:lpstr>What does it mean to “use AI safely”?</vt:lpstr>
      <vt:lpstr>PowerPoint Presentation</vt:lpstr>
      <vt:lpstr>PowerPoint Presentation</vt:lpstr>
      <vt:lpstr>PowerPoint Presentation</vt:lpstr>
      <vt:lpstr>PowerPoint Presentation</vt:lpstr>
      <vt:lpstr>PowerPoint Presentation</vt:lpstr>
      <vt:lpstr>AI Safety for “Writes”</vt:lpstr>
      <vt:lpstr>PowerPoint Presentation</vt:lpstr>
      <vt:lpstr>PowerPoint Presentation</vt:lpstr>
      <vt:lpstr>Mapping this back to our model</vt:lpstr>
      <vt:lpstr>What could this look like, for you?</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Automation in the AI Era</dc:title>
  <dc:subject/>
  <dc:creator/>
  <cp:lastModifiedBy>Dan Placek</cp:lastModifiedBy>
  <cp:revision>3</cp:revision>
  <dcterms:created xsi:type="dcterms:W3CDTF">2026-10-14T12:15:32Z</dcterms:created>
  <dcterms:modified xsi:type="dcterms:W3CDTF">2026-10-14T17:56:17Z</dcterms:modified>
</cp:coreProperties>
</file>